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Default Extension="svg" ContentType="image/svg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quickStyle8.xml" ContentType="application/vnd.openxmlformats-officedocument.drawingml.diagramStyle+xml"/>
  <Override PartName="/ppt/diagrams/drawing6.xml" ContentType="application/vnd.ms-office.drawingml.diagramDrawing+xml"/>
  <Override PartName="/ppt/diagrams/drawing7.xml" ContentType="application/vnd.ms-office.drawingml.diagramDrawing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Default Extension="png" ContentType="image/png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CF1F87-C679-CE35-729E-2DF00AA48036}" v="96" dt="2025-05-26T13:50:07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9972" autoAdjust="0"/>
    <p:restoredTop sz="94660"/>
  </p:normalViewPr>
  <p:slideViewPr>
    <p:cSldViewPr snapToGrid="0">
      <p:cViewPr varScale="1">
        <p:scale>
          <a:sx n="68" d="100"/>
          <a:sy n="68" d="100"/>
        </p:scale>
        <p:origin x="-400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svg"/><Relationship Id="rId1" Type="http://schemas.openxmlformats.org/officeDocument/2006/relationships/image" Target="../media/image7.png"/><Relationship Id="rId6" Type="http://schemas.openxmlformats.org/officeDocument/2006/relationships/image" Target="../media/image15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7.png"/><Relationship Id="rId6" Type="http://schemas.openxmlformats.org/officeDocument/2006/relationships/image" Target="../media/image19.svg"/><Relationship Id="rId5" Type="http://schemas.openxmlformats.org/officeDocument/2006/relationships/image" Target="../media/image11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5.svg"/><Relationship Id="rId1" Type="http://schemas.openxmlformats.org/officeDocument/2006/relationships/image" Target="../media/image9.png"/><Relationship Id="rId6" Type="http://schemas.openxmlformats.org/officeDocument/2006/relationships/image" Target="../media/image11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svg"/><Relationship Id="rId1" Type="http://schemas.openxmlformats.org/officeDocument/2006/relationships/image" Target="../media/image14.png"/><Relationship Id="rId6" Type="http://schemas.openxmlformats.org/officeDocument/2006/relationships/image" Target="../media/image28.svg"/><Relationship Id="rId5" Type="http://schemas.openxmlformats.org/officeDocument/2006/relationships/image" Target="../media/image16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.svg"/><Relationship Id="rId1" Type="http://schemas.openxmlformats.org/officeDocument/2006/relationships/image" Target="../media/image41.png"/><Relationship Id="rId6" Type="http://schemas.openxmlformats.org/officeDocument/2006/relationships/image" Target="../media/image9.svg"/><Relationship Id="rId5" Type="http://schemas.openxmlformats.org/officeDocument/2006/relationships/image" Target="../media/image81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.svg"/><Relationship Id="rId1" Type="http://schemas.openxmlformats.org/officeDocument/2006/relationships/image" Target="../media/image101.png"/><Relationship Id="rId6" Type="http://schemas.openxmlformats.org/officeDocument/2006/relationships/image" Target="../media/image15.svg"/><Relationship Id="rId5" Type="http://schemas.openxmlformats.org/officeDocument/2006/relationships/image" Target="../media/image141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1.png"/><Relationship Id="rId7" Type="http://schemas.openxmlformats.org/officeDocument/2006/relationships/image" Target="../media/image20.png"/><Relationship Id="rId2" Type="http://schemas.openxmlformats.org/officeDocument/2006/relationships/image" Target="../media/image11.svg"/><Relationship Id="rId1" Type="http://schemas.openxmlformats.org/officeDocument/2006/relationships/image" Target="../media/image101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41.png"/><Relationship Id="rId7" Type="http://schemas.openxmlformats.org/officeDocument/2006/relationships/image" Target="../media/image161.png"/><Relationship Id="rId2" Type="http://schemas.openxmlformats.org/officeDocument/2006/relationships/image" Target="../media/image15.svg"/><Relationship Id="rId1" Type="http://schemas.openxmlformats.org/officeDocument/2006/relationships/image" Target="../media/image141.png"/><Relationship Id="rId6" Type="http://schemas.openxmlformats.org/officeDocument/2006/relationships/image" Target="../media/image11.svg"/><Relationship Id="rId5" Type="http://schemas.openxmlformats.org/officeDocument/2006/relationships/image" Target="../media/image101.png"/><Relationship Id="rId4" Type="http://schemas.openxmlformats.org/officeDocument/2006/relationships/image" Target="../media/image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78C22-D109-4209-847E-AAE76F17C8D9}" type="doc">
      <dgm:prSet loTypeId="urn:microsoft.com/office/officeart/2005/8/layout/default#1" loCatId="list" qsTypeId="urn:microsoft.com/office/officeart/2005/8/quickstyle/simple2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AE210D59-B028-4345-A3A9-D69608C5BFDF}">
      <dgm:prSet/>
      <dgm:spPr/>
      <dgm:t>
        <a:bodyPr/>
        <a:lstStyle/>
        <a:p>
          <a:r>
            <a:rPr lang="en-US"/>
            <a:t>Introduction to Optimization</a:t>
          </a:r>
        </a:p>
      </dgm:t>
    </dgm:pt>
    <dgm:pt modelId="{E75553C7-B54D-43E7-9FBB-81B30F2DC675}" type="parTrans" cxnId="{EEF37CE4-7CE8-4833-B342-AC346652B200}">
      <dgm:prSet/>
      <dgm:spPr/>
      <dgm:t>
        <a:bodyPr/>
        <a:lstStyle/>
        <a:p>
          <a:endParaRPr lang="en-US"/>
        </a:p>
      </dgm:t>
    </dgm:pt>
    <dgm:pt modelId="{37ABF588-3CE2-43CE-BEE5-588A4B386138}" type="sibTrans" cxnId="{EEF37CE4-7CE8-4833-B342-AC346652B200}">
      <dgm:prSet/>
      <dgm:spPr/>
      <dgm:t>
        <a:bodyPr/>
        <a:lstStyle/>
        <a:p>
          <a:endParaRPr lang="en-US"/>
        </a:p>
      </dgm:t>
    </dgm:pt>
    <dgm:pt modelId="{9D74F1BD-B60A-4A3F-96B5-D4B152BE1DA9}">
      <dgm:prSet/>
      <dgm:spPr/>
      <dgm:t>
        <a:bodyPr/>
        <a:lstStyle/>
        <a:p>
          <a:r>
            <a:rPr lang="en-US"/>
            <a:t>Mathematical Modeling of Optimization Problems</a:t>
          </a:r>
        </a:p>
      </dgm:t>
    </dgm:pt>
    <dgm:pt modelId="{BEE7D1D3-F24E-4013-AB32-FD3AC3366D61}" type="parTrans" cxnId="{E8D7A715-BEDB-4E88-A3C6-5C41F25280E3}">
      <dgm:prSet/>
      <dgm:spPr/>
      <dgm:t>
        <a:bodyPr/>
        <a:lstStyle/>
        <a:p>
          <a:endParaRPr lang="en-US"/>
        </a:p>
      </dgm:t>
    </dgm:pt>
    <dgm:pt modelId="{517286AE-943F-4529-8FBC-284670056F7B}" type="sibTrans" cxnId="{E8D7A715-BEDB-4E88-A3C6-5C41F25280E3}">
      <dgm:prSet/>
      <dgm:spPr/>
      <dgm:t>
        <a:bodyPr/>
        <a:lstStyle/>
        <a:p>
          <a:endParaRPr lang="en-US"/>
        </a:p>
      </dgm:t>
    </dgm:pt>
    <dgm:pt modelId="{3A560082-E5D6-46BD-8EDE-089B813641C7}">
      <dgm:prSet/>
      <dgm:spPr/>
      <dgm:t>
        <a:bodyPr/>
        <a:lstStyle/>
        <a:p>
          <a:r>
            <a:rPr lang="en-US" b="1"/>
            <a:t>Types of Optimization Problems</a:t>
          </a:r>
          <a:endParaRPr lang="en-US"/>
        </a:p>
      </dgm:t>
    </dgm:pt>
    <dgm:pt modelId="{824F0E81-8434-4AEC-9495-B481A0BB5163}" type="parTrans" cxnId="{6517B67A-6DA4-461A-849F-4246EA00541D}">
      <dgm:prSet/>
      <dgm:spPr/>
      <dgm:t>
        <a:bodyPr/>
        <a:lstStyle/>
        <a:p>
          <a:endParaRPr lang="en-US"/>
        </a:p>
      </dgm:t>
    </dgm:pt>
    <dgm:pt modelId="{BED4E19E-8827-4E73-B0FC-7BD31C194998}" type="sibTrans" cxnId="{6517B67A-6DA4-461A-849F-4246EA00541D}">
      <dgm:prSet/>
      <dgm:spPr/>
      <dgm:t>
        <a:bodyPr/>
        <a:lstStyle/>
        <a:p>
          <a:endParaRPr lang="en-US"/>
        </a:p>
      </dgm:t>
    </dgm:pt>
    <dgm:pt modelId="{F49151B1-CF6F-42F3-8B67-164B9F34C35B}">
      <dgm:prSet/>
      <dgm:spPr/>
      <dgm:t>
        <a:bodyPr/>
        <a:lstStyle/>
        <a:p>
          <a:r>
            <a:rPr lang="en-US"/>
            <a:t>Linear Optimization</a:t>
          </a:r>
        </a:p>
      </dgm:t>
    </dgm:pt>
    <dgm:pt modelId="{E3932814-02CF-410E-BACE-AB03FFFC2FAD}" type="parTrans" cxnId="{E8454A5E-1256-48A3-B256-D90324EEFF5B}">
      <dgm:prSet/>
      <dgm:spPr/>
      <dgm:t>
        <a:bodyPr/>
        <a:lstStyle/>
        <a:p>
          <a:endParaRPr lang="en-US"/>
        </a:p>
      </dgm:t>
    </dgm:pt>
    <dgm:pt modelId="{AD022ED8-AB32-48D9-A160-8BE9EA85F2BF}" type="sibTrans" cxnId="{E8454A5E-1256-48A3-B256-D90324EEFF5B}">
      <dgm:prSet/>
      <dgm:spPr/>
      <dgm:t>
        <a:bodyPr/>
        <a:lstStyle/>
        <a:p>
          <a:endParaRPr lang="en-US"/>
        </a:p>
      </dgm:t>
    </dgm:pt>
    <dgm:pt modelId="{B6185A17-2454-4C5F-BC90-A041E1EB1292}">
      <dgm:prSet/>
      <dgm:spPr/>
      <dgm:t>
        <a:bodyPr/>
        <a:lstStyle/>
        <a:p>
          <a:r>
            <a:rPr lang="en-US" b="1"/>
            <a:t>Non-Linear Optimization</a:t>
          </a:r>
          <a:endParaRPr lang="en-US"/>
        </a:p>
      </dgm:t>
    </dgm:pt>
    <dgm:pt modelId="{D9B59EBC-635A-4CEA-801F-A0994B9C3CD6}" type="parTrans" cxnId="{FC4354F9-9130-410A-8BF3-E6C9E0E1843C}">
      <dgm:prSet/>
      <dgm:spPr/>
      <dgm:t>
        <a:bodyPr/>
        <a:lstStyle/>
        <a:p>
          <a:endParaRPr lang="en-US"/>
        </a:p>
      </dgm:t>
    </dgm:pt>
    <dgm:pt modelId="{43763F8D-75C0-468C-8724-6252BBB9FDD0}" type="sibTrans" cxnId="{FC4354F9-9130-410A-8BF3-E6C9E0E1843C}">
      <dgm:prSet/>
      <dgm:spPr/>
      <dgm:t>
        <a:bodyPr/>
        <a:lstStyle/>
        <a:p>
          <a:endParaRPr lang="en-US"/>
        </a:p>
      </dgm:t>
    </dgm:pt>
    <dgm:pt modelId="{D9870F5D-A5BB-42E2-8B90-928F59C4DE02}">
      <dgm:prSet/>
      <dgm:spPr/>
      <dgm:t>
        <a:bodyPr/>
        <a:lstStyle/>
        <a:p>
          <a:r>
            <a:rPr lang="en-US"/>
            <a:t>Gradient Descent Algorithms</a:t>
          </a:r>
        </a:p>
      </dgm:t>
    </dgm:pt>
    <dgm:pt modelId="{0F551257-73DA-47DF-832E-E605A1AEDFF4}" type="parTrans" cxnId="{0F882300-C688-47E6-8A1C-F2842BA04225}">
      <dgm:prSet/>
      <dgm:spPr/>
      <dgm:t>
        <a:bodyPr/>
        <a:lstStyle/>
        <a:p>
          <a:endParaRPr lang="en-US"/>
        </a:p>
      </dgm:t>
    </dgm:pt>
    <dgm:pt modelId="{FFFB61C6-B6D2-44C1-AA92-126C1C713924}" type="sibTrans" cxnId="{0F882300-C688-47E6-8A1C-F2842BA04225}">
      <dgm:prSet/>
      <dgm:spPr/>
      <dgm:t>
        <a:bodyPr/>
        <a:lstStyle/>
        <a:p>
          <a:endParaRPr lang="en-US"/>
        </a:p>
      </dgm:t>
    </dgm:pt>
    <dgm:pt modelId="{571E0893-F3B4-4E53-A092-FE223869478A}">
      <dgm:prSet/>
      <dgm:spPr/>
      <dgm:t>
        <a:bodyPr/>
        <a:lstStyle/>
        <a:p>
          <a:r>
            <a:rPr lang="en-US"/>
            <a:t>Applications</a:t>
          </a:r>
        </a:p>
      </dgm:t>
    </dgm:pt>
    <dgm:pt modelId="{3B567B36-6BD6-448B-AB29-BB6634692E6B}" type="parTrans" cxnId="{7B547205-AD23-420C-BAB9-0C249F442473}">
      <dgm:prSet/>
      <dgm:spPr/>
      <dgm:t>
        <a:bodyPr/>
        <a:lstStyle/>
        <a:p>
          <a:endParaRPr lang="en-US"/>
        </a:p>
      </dgm:t>
    </dgm:pt>
    <dgm:pt modelId="{5B76B45A-C438-4E34-8AC1-DD80E97FE1E7}" type="sibTrans" cxnId="{7B547205-AD23-420C-BAB9-0C249F442473}">
      <dgm:prSet/>
      <dgm:spPr/>
      <dgm:t>
        <a:bodyPr/>
        <a:lstStyle/>
        <a:p>
          <a:endParaRPr lang="en-US"/>
        </a:p>
      </dgm:t>
    </dgm:pt>
    <dgm:pt modelId="{99BB7E60-2A5F-419B-889D-BEC657D1CF87}" type="pres">
      <dgm:prSet presAssocID="{FE678C22-D109-4209-847E-AAE76F17C8D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F8460B-4A07-40C9-9532-61305EC4D5C2}" type="pres">
      <dgm:prSet presAssocID="{AE210D59-B028-4345-A3A9-D69608C5BFDF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4402BA-2D55-4BFC-9857-52FF4CA19B84}" type="pres">
      <dgm:prSet presAssocID="{37ABF588-3CE2-43CE-BEE5-588A4B386138}" presName="sibTrans" presStyleCnt="0"/>
      <dgm:spPr/>
    </dgm:pt>
    <dgm:pt modelId="{2A381EED-DC7E-4B96-A481-4DA969231FC5}" type="pres">
      <dgm:prSet presAssocID="{9D74F1BD-B60A-4A3F-96B5-D4B152BE1DA9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876C8A-C771-4CB0-BF40-F98EFBE00799}" type="pres">
      <dgm:prSet presAssocID="{517286AE-943F-4529-8FBC-284670056F7B}" presName="sibTrans" presStyleCnt="0"/>
      <dgm:spPr/>
    </dgm:pt>
    <dgm:pt modelId="{02EA2AEF-5E19-454D-A8BF-B93FA9B8D27D}" type="pres">
      <dgm:prSet presAssocID="{3A560082-E5D6-46BD-8EDE-089B813641C7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E59892-E0D3-4061-8292-0E682E850908}" type="pres">
      <dgm:prSet presAssocID="{BED4E19E-8827-4E73-B0FC-7BD31C194998}" presName="sibTrans" presStyleCnt="0"/>
      <dgm:spPr/>
    </dgm:pt>
    <dgm:pt modelId="{BE08295D-AF04-4BC3-977D-598A7102032A}" type="pres">
      <dgm:prSet presAssocID="{F49151B1-CF6F-42F3-8B67-164B9F34C35B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F71055-B27C-4311-9689-B21B0ADEB898}" type="pres">
      <dgm:prSet presAssocID="{AD022ED8-AB32-48D9-A160-8BE9EA85F2BF}" presName="sibTrans" presStyleCnt="0"/>
      <dgm:spPr/>
    </dgm:pt>
    <dgm:pt modelId="{AAFDF795-5E29-4E2D-B83B-87F6084EC574}" type="pres">
      <dgm:prSet presAssocID="{B6185A17-2454-4C5F-BC90-A041E1EB1292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7EEF34-CB65-4F1F-B7BB-561EA8213D8F}" type="pres">
      <dgm:prSet presAssocID="{43763F8D-75C0-468C-8724-6252BBB9FDD0}" presName="sibTrans" presStyleCnt="0"/>
      <dgm:spPr/>
    </dgm:pt>
    <dgm:pt modelId="{63639C1E-8D44-41F9-8C68-75404C3B6873}" type="pres">
      <dgm:prSet presAssocID="{D9870F5D-A5BB-42E2-8B90-928F59C4DE02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BF0D58-2F1F-4F8F-B333-B6D1B17CD5FF}" type="pres">
      <dgm:prSet presAssocID="{FFFB61C6-B6D2-44C1-AA92-126C1C713924}" presName="sibTrans" presStyleCnt="0"/>
      <dgm:spPr/>
    </dgm:pt>
    <dgm:pt modelId="{34EFEEA3-2E30-4D0C-936A-9C67B2775149}" type="pres">
      <dgm:prSet presAssocID="{571E0893-F3B4-4E53-A092-FE223869478A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7BA774-46E4-4D81-B455-763A8D31AA1A}" type="presOf" srcId="{571E0893-F3B4-4E53-A092-FE223869478A}" destId="{34EFEEA3-2E30-4D0C-936A-9C67B2775149}" srcOrd="0" destOrd="0" presId="urn:microsoft.com/office/officeart/2005/8/layout/default#1"/>
    <dgm:cxn modelId="{0F882300-C688-47E6-8A1C-F2842BA04225}" srcId="{FE678C22-D109-4209-847E-AAE76F17C8D9}" destId="{D9870F5D-A5BB-42E2-8B90-928F59C4DE02}" srcOrd="5" destOrd="0" parTransId="{0F551257-73DA-47DF-832E-E605A1AEDFF4}" sibTransId="{FFFB61C6-B6D2-44C1-AA92-126C1C713924}"/>
    <dgm:cxn modelId="{180B8F2A-39CD-4A29-8F24-90CA79FA25DB}" type="presOf" srcId="{AE210D59-B028-4345-A3A9-D69608C5BFDF}" destId="{16F8460B-4A07-40C9-9532-61305EC4D5C2}" srcOrd="0" destOrd="0" presId="urn:microsoft.com/office/officeart/2005/8/layout/default#1"/>
    <dgm:cxn modelId="{E8454A5E-1256-48A3-B256-D90324EEFF5B}" srcId="{FE678C22-D109-4209-847E-AAE76F17C8D9}" destId="{F49151B1-CF6F-42F3-8B67-164B9F34C35B}" srcOrd="3" destOrd="0" parTransId="{E3932814-02CF-410E-BACE-AB03FFFC2FAD}" sibTransId="{AD022ED8-AB32-48D9-A160-8BE9EA85F2BF}"/>
    <dgm:cxn modelId="{E8D7A715-BEDB-4E88-A3C6-5C41F25280E3}" srcId="{FE678C22-D109-4209-847E-AAE76F17C8D9}" destId="{9D74F1BD-B60A-4A3F-96B5-D4B152BE1DA9}" srcOrd="1" destOrd="0" parTransId="{BEE7D1D3-F24E-4013-AB32-FD3AC3366D61}" sibTransId="{517286AE-943F-4529-8FBC-284670056F7B}"/>
    <dgm:cxn modelId="{1C382F88-C664-467A-9F93-3BC90AA1DF59}" type="presOf" srcId="{F49151B1-CF6F-42F3-8B67-164B9F34C35B}" destId="{BE08295D-AF04-4BC3-977D-598A7102032A}" srcOrd="0" destOrd="0" presId="urn:microsoft.com/office/officeart/2005/8/layout/default#1"/>
    <dgm:cxn modelId="{FC4354F9-9130-410A-8BF3-E6C9E0E1843C}" srcId="{FE678C22-D109-4209-847E-AAE76F17C8D9}" destId="{B6185A17-2454-4C5F-BC90-A041E1EB1292}" srcOrd="4" destOrd="0" parTransId="{D9B59EBC-635A-4CEA-801F-A0994B9C3CD6}" sibTransId="{43763F8D-75C0-468C-8724-6252BBB9FDD0}"/>
    <dgm:cxn modelId="{EEF37CE4-7CE8-4833-B342-AC346652B200}" srcId="{FE678C22-D109-4209-847E-AAE76F17C8D9}" destId="{AE210D59-B028-4345-A3A9-D69608C5BFDF}" srcOrd="0" destOrd="0" parTransId="{E75553C7-B54D-43E7-9FBB-81B30F2DC675}" sibTransId="{37ABF588-3CE2-43CE-BEE5-588A4B386138}"/>
    <dgm:cxn modelId="{7E49BF43-DB64-4C38-9881-E7E4F071A653}" type="presOf" srcId="{9D74F1BD-B60A-4A3F-96B5-D4B152BE1DA9}" destId="{2A381EED-DC7E-4B96-A481-4DA969231FC5}" srcOrd="0" destOrd="0" presId="urn:microsoft.com/office/officeart/2005/8/layout/default#1"/>
    <dgm:cxn modelId="{B5115C02-C5A8-400B-A456-78511A6ACCA7}" type="presOf" srcId="{D9870F5D-A5BB-42E2-8B90-928F59C4DE02}" destId="{63639C1E-8D44-41F9-8C68-75404C3B6873}" srcOrd="0" destOrd="0" presId="urn:microsoft.com/office/officeart/2005/8/layout/default#1"/>
    <dgm:cxn modelId="{B8FCDB99-320A-46C5-8B17-FA69769213E6}" type="presOf" srcId="{B6185A17-2454-4C5F-BC90-A041E1EB1292}" destId="{AAFDF795-5E29-4E2D-B83B-87F6084EC574}" srcOrd="0" destOrd="0" presId="urn:microsoft.com/office/officeart/2005/8/layout/default#1"/>
    <dgm:cxn modelId="{7B547205-AD23-420C-BAB9-0C249F442473}" srcId="{FE678C22-D109-4209-847E-AAE76F17C8D9}" destId="{571E0893-F3B4-4E53-A092-FE223869478A}" srcOrd="6" destOrd="0" parTransId="{3B567B36-6BD6-448B-AB29-BB6634692E6B}" sibTransId="{5B76B45A-C438-4E34-8AC1-DD80E97FE1E7}"/>
    <dgm:cxn modelId="{E78CE6FA-C595-4495-AEF0-A6EB32745D2F}" type="presOf" srcId="{FE678C22-D109-4209-847E-AAE76F17C8D9}" destId="{99BB7E60-2A5F-419B-889D-BEC657D1CF87}" srcOrd="0" destOrd="0" presId="urn:microsoft.com/office/officeart/2005/8/layout/default#1"/>
    <dgm:cxn modelId="{6517B67A-6DA4-461A-849F-4246EA00541D}" srcId="{FE678C22-D109-4209-847E-AAE76F17C8D9}" destId="{3A560082-E5D6-46BD-8EDE-089B813641C7}" srcOrd="2" destOrd="0" parTransId="{824F0E81-8434-4AEC-9495-B481A0BB5163}" sibTransId="{BED4E19E-8827-4E73-B0FC-7BD31C194998}"/>
    <dgm:cxn modelId="{245F811E-55AD-4058-ACE8-3A32BC63C4A6}" type="presOf" srcId="{3A560082-E5D6-46BD-8EDE-089B813641C7}" destId="{02EA2AEF-5E19-454D-A8BF-B93FA9B8D27D}" srcOrd="0" destOrd="0" presId="urn:microsoft.com/office/officeart/2005/8/layout/default#1"/>
    <dgm:cxn modelId="{D6D425B3-E72E-4EDC-B162-BE0005A96641}" type="presParOf" srcId="{99BB7E60-2A5F-419B-889D-BEC657D1CF87}" destId="{16F8460B-4A07-40C9-9532-61305EC4D5C2}" srcOrd="0" destOrd="0" presId="urn:microsoft.com/office/officeart/2005/8/layout/default#1"/>
    <dgm:cxn modelId="{9B7A5977-DDD6-4F1D-8830-A241D126C9FB}" type="presParOf" srcId="{99BB7E60-2A5F-419B-889D-BEC657D1CF87}" destId="{FE4402BA-2D55-4BFC-9857-52FF4CA19B84}" srcOrd="1" destOrd="0" presId="urn:microsoft.com/office/officeart/2005/8/layout/default#1"/>
    <dgm:cxn modelId="{0C8A206F-0BCA-43D5-B339-92A7050BF858}" type="presParOf" srcId="{99BB7E60-2A5F-419B-889D-BEC657D1CF87}" destId="{2A381EED-DC7E-4B96-A481-4DA969231FC5}" srcOrd="2" destOrd="0" presId="urn:microsoft.com/office/officeart/2005/8/layout/default#1"/>
    <dgm:cxn modelId="{8A9C3DFE-0795-46AE-83B9-543550C269C7}" type="presParOf" srcId="{99BB7E60-2A5F-419B-889D-BEC657D1CF87}" destId="{61876C8A-C771-4CB0-BF40-F98EFBE00799}" srcOrd="3" destOrd="0" presId="urn:microsoft.com/office/officeart/2005/8/layout/default#1"/>
    <dgm:cxn modelId="{C4656513-3369-4F8C-88C7-351FDB0D9E9C}" type="presParOf" srcId="{99BB7E60-2A5F-419B-889D-BEC657D1CF87}" destId="{02EA2AEF-5E19-454D-A8BF-B93FA9B8D27D}" srcOrd="4" destOrd="0" presId="urn:microsoft.com/office/officeart/2005/8/layout/default#1"/>
    <dgm:cxn modelId="{792F492E-D456-4105-A23E-D6F36E4E1E2A}" type="presParOf" srcId="{99BB7E60-2A5F-419B-889D-BEC657D1CF87}" destId="{34E59892-E0D3-4061-8292-0E682E850908}" srcOrd="5" destOrd="0" presId="urn:microsoft.com/office/officeart/2005/8/layout/default#1"/>
    <dgm:cxn modelId="{18F78380-C3B2-4F21-81D5-CCF6A2FC32B8}" type="presParOf" srcId="{99BB7E60-2A5F-419B-889D-BEC657D1CF87}" destId="{BE08295D-AF04-4BC3-977D-598A7102032A}" srcOrd="6" destOrd="0" presId="urn:microsoft.com/office/officeart/2005/8/layout/default#1"/>
    <dgm:cxn modelId="{D7EF4486-0F39-4AF1-806A-CEBD2F76783E}" type="presParOf" srcId="{99BB7E60-2A5F-419B-889D-BEC657D1CF87}" destId="{1BF71055-B27C-4311-9689-B21B0ADEB898}" srcOrd="7" destOrd="0" presId="urn:microsoft.com/office/officeart/2005/8/layout/default#1"/>
    <dgm:cxn modelId="{1931C27F-0439-42E8-8BAB-D423C5C168A4}" type="presParOf" srcId="{99BB7E60-2A5F-419B-889D-BEC657D1CF87}" destId="{AAFDF795-5E29-4E2D-B83B-87F6084EC574}" srcOrd="8" destOrd="0" presId="urn:microsoft.com/office/officeart/2005/8/layout/default#1"/>
    <dgm:cxn modelId="{93FAF996-0EF2-455B-BF45-3E6DA9801A70}" type="presParOf" srcId="{99BB7E60-2A5F-419B-889D-BEC657D1CF87}" destId="{747EEF34-CB65-4F1F-B7BB-561EA8213D8F}" srcOrd="9" destOrd="0" presId="urn:microsoft.com/office/officeart/2005/8/layout/default#1"/>
    <dgm:cxn modelId="{E8E4CEA9-1991-42DA-A697-2526BE251918}" type="presParOf" srcId="{99BB7E60-2A5F-419B-889D-BEC657D1CF87}" destId="{63639C1E-8D44-41F9-8C68-75404C3B6873}" srcOrd="10" destOrd="0" presId="urn:microsoft.com/office/officeart/2005/8/layout/default#1"/>
    <dgm:cxn modelId="{DEDC82AC-A3FE-4FEB-91F9-5A42448312B7}" type="presParOf" srcId="{99BB7E60-2A5F-419B-889D-BEC657D1CF87}" destId="{7BBF0D58-2F1F-4F8F-B333-B6D1B17CD5FF}" srcOrd="11" destOrd="0" presId="urn:microsoft.com/office/officeart/2005/8/layout/default#1"/>
    <dgm:cxn modelId="{74A7CFC5-8228-4D41-A21C-2807A88376C8}" type="presParOf" srcId="{99BB7E60-2A5F-419B-889D-BEC657D1CF87}" destId="{34EFEEA3-2E30-4D0C-936A-9C67B2775149}" srcOrd="12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CC3616-17C8-401C-8F50-F50CBFA8B41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5246D6D-6C8F-410C-88EB-055EAEB60AAC}">
      <dgm:prSet/>
      <dgm:spPr/>
      <dgm:t>
        <a:bodyPr/>
        <a:lstStyle/>
        <a:p>
          <a:pPr>
            <a:defRPr cap="all"/>
          </a:pPr>
          <a:r>
            <a:rPr lang="en-US"/>
            <a:t>What is Optimization?</a:t>
          </a:r>
        </a:p>
      </dgm:t>
    </dgm:pt>
    <dgm:pt modelId="{0350405F-508B-457C-8C34-BDD31A49561A}" type="parTrans" cxnId="{A1B63204-7795-4C9A-A45F-AF7CDB4F3745}">
      <dgm:prSet/>
      <dgm:spPr/>
      <dgm:t>
        <a:bodyPr/>
        <a:lstStyle/>
        <a:p>
          <a:endParaRPr lang="en-US"/>
        </a:p>
      </dgm:t>
    </dgm:pt>
    <dgm:pt modelId="{897E15E0-D945-4EDA-9A4B-CF32BF292319}" type="sibTrans" cxnId="{A1B63204-7795-4C9A-A45F-AF7CDB4F3745}">
      <dgm:prSet/>
      <dgm:spPr/>
      <dgm:t>
        <a:bodyPr/>
        <a:lstStyle/>
        <a:p>
          <a:endParaRPr lang="en-US"/>
        </a:p>
      </dgm:t>
    </dgm:pt>
    <dgm:pt modelId="{1CE314D5-BDB0-4F8F-925F-4C6F502C32FC}">
      <dgm:prSet/>
      <dgm:spPr/>
      <dgm:t>
        <a:bodyPr/>
        <a:lstStyle/>
        <a:p>
          <a:pPr>
            <a:defRPr cap="all"/>
          </a:pPr>
          <a:r>
            <a:rPr lang="en-US"/>
            <a:t>Importance &amp; Applications of Optimization</a:t>
          </a:r>
        </a:p>
      </dgm:t>
    </dgm:pt>
    <dgm:pt modelId="{C5F2D880-6ACD-4089-B045-6E47D8986E54}" type="parTrans" cxnId="{C6187034-0073-4841-9590-35566554A058}">
      <dgm:prSet/>
      <dgm:spPr/>
      <dgm:t>
        <a:bodyPr/>
        <a:lstStyle/>
        <a:p>
          <a:endParaRPr lang="en-US"/>
        </a:p>
      </dgm:t>
    </dgm:pt>
    <dgm:pt modelId="{08D2F457-1752-4F0C-887A-E6CF094F0ED4}" type="sibTrans" cxnId="{C6187034-0073-4841-9590-35566554A058}">
      <dgm:prSet/>
      <dgm:spPr/>
      <dgm:t>
        <a:bodyPr/>
        <a:lstStyle/>
        <a:p>
          <a:endParaRPr lang="en-US"/>
        </a:p>
      </dgm:t>
    </dgm:pt>
    <dgm:pt modelId="{0722D23C-177D-49C1-85D2-63E416E7D334}">
      <dgm:prSet/>
      <dgm:spPr/>
      <dgm:t>
        <a:bodyPr/>
        <a:lstStyle/>
        <a:p>
          <a:pPr>
            <a:defRPr cap="all"/>
          </a:pPr>
          <a:r>
            <a:rPr lang="en-US"/>
            <a:t>Key Concepts: Objective Function, Constraints, Feasible Region, etc.</a:t>
          </a:r>
        </a:p>
      </dgm:t>
    </dgm:pt>
    <dgm:pt modelId="{38BBB8DE-1CBD-431F-B881-38D4A43868FD}" type="parTrans" cxnId="{1A1AD136-B756-4705-A24C-E9D96CB64F67}">
      <dgm:prSet/>
      <dgm:spPr/>
      <dgm:t>
        <a:bodyPr/>
        <a:lstStyle/>
        <a:p>
          <a:endParaRPr lang="en-US"/>
        </a:p>
      </dgm:t>
    </dgm:pt>
    <dgm:pt modelId="{4AE14569-7102-41BA-80E6-7B1A4F675D90}" type="sibTrans" cxnId="{1A1AD136-B756-4705-A24C-E9D96CB64F67}">
      <dgm:prSet/>
      <dgm:spPr/>
      <dgm:t>
        <a:bodyPr/>
        <a:lstStyle/>
        <a:p>
          <a:endParaRPr lang="en-US"/>
        </a:p>
      </dgm:t>
    </dgm:pt>
    <dgm:pt modelId="{3ED47ED7-140C-47C1-B2F3-E86F4B5A9553}" type="pres">
      <dgm:prSet presAssocID="{3ACC3616-17C8-401C-8F50-F50CBFA8B412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1B330B2-94DD-4A66-9034-D47D906F9AD0}" type="pres">
      <dgm:prSet presAssocID="{A5246D6D-6C8F-410C-88EB-055EAEB60AAC}" presName="compNode" presStyleCnt="0"/>
      <dgm:spPr/>
    </dgm:pt>
    <dgm:pt modelId="{506D471C-3666-4CA6-83B7-015114A64514}" type="pres">
      <dgm:prSet presAssocID="{A5246D6D-6C8F-410C-88EB-055EAEB60AAC}" presName="iconBgRect" presStyleLbl="bgShp" presStyleIdx="0" presStyleCnt="3"/>
      <dgm:spPr/>
    </dgm:pt>
    <dgm:pt modelId="{740A4A21-2B2D-447C-BE48-31C7134FF441}" type="pres">
      <dgm:prSet presAssocID="{A5246D6D-6C8F-410C-88EB-055EAEB60AA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Gears"/>
        </a:ext>
      </dgm:extLst>
    </dgm:pt>
    <dgm:pt modelId="{015BB360-C7BB-41B3-9375-73A3AB950792}" type="pres">
      <dgm:prSet presAssocID="{A5246D6D-6C8F-410C-88EB-055EAEB60AAC}" presName="spaceRect" presStyleCnt="0"/>
      <dgm:spPr/>
    </dgm:pt>
    <dgm:pt modelId="{5768F91D-899A-406C-95BD-A017C722D4C0}" type="pres">
      <dgm:prSet presAssocID="{A5246D6D-6C8F-410C-88EB-055EAEB60AAC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12A1913A-273E-40F2-89A8-40A84B22B77E}" type="pres">
      <dgm:prSet presAssocID="{897E15E0-D945-4EDA-9A4B-CF32BF292319}" presName="sibTrans" presStyleCnt="0"/>
      <dgm:spPr/>
    </dgm:pt>
    <dgm:pt modelId="{F20CDEC7-625B-4C36-83B0-E50597B8D1EF}" type="pres">
      <dgm:prSet presAssocID="{1CE314D5-BDB0-4F8F-925F-4C6F502C32FC}" presName="compNode" presStyleCnt="0"/>
      <dgm:spPr/>
    </dgm:pt>
    <dgm:pt modelId="{D6E30799-6B95-41D2-B812-2A39BBA6382A}" type="pres">
      <dgm:prSet presAssocID="{1CE314D5-BDB0-4F8F-925F-4C6F502C32FC}" presName="iconBgRect" presStyleLbl="bgShp" presStyleIdx="1" presStyleCnt="3"/>
      <dgm:spPr/>
    </dgm:pt>
    <dgm:pt modelId="{C61C9B15-41D3-42F3-9B22-B5BC2C59D046}" type="pres">
      <dgm:prSet presAssocID="{1CE314D5-BDB0-4F8F-925F-4C6F502C32F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ircular Flowchart"/>
        </a:ext>
      </dgm:extLst>
    </dgm:pt>
    <dgm:pt modelId="{2B729309-327A-42B8-90BC-04CE5461AF97}" type="pres">
      <dgm:prSet presAssocID="{1CE314D5-BDB0-4F8F-925F-4C6F502C32FC}" presName="spaceRect" presStyleCnt="0"/>
      <dgm:spPr/>
    </dgm:pt>
    <dgm:pt modelId="{A45B6421-44A9-4699-8122-D463B3A1F6AA}" type="pres">
      <dgm:prSet presAssocID="{1CE314D5-BDB0-4F8F-925F-4C6F502C32FC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DE6D529-72D6-40D7-AA9E-507F421CFD70}" type="pres">
      <dgm:prSet presAssocID="{08D2F457-1752-4F0C-887A-E6CF094F0ED4}" presName="sibTrans" presStyleCnt="0"/>
      <dgm:spPr/>
    </dgm:pt>
    <dgm:pt modelId="{B0F9A23C-8E3D-4C78-B379-84F6AB949406}" type="pres">
      <dgm:prSet presAssocID="{0722D23C-177D-49C1-85D2-63E416E7D334}" presName="compNode" presStyleCnt="0"/>
      <dgm:spPr/>
    </dgm:pt>
    <dgm:pt modelId="{21E8AF5E-262C-4854-A4CC-0D59F0189F90}" type="pres">
      <dgm:prSet presAssocID="{0722D23C-177D-49C1-85D2-63E416E7D334}" presName="iconBgRect" presStyleLbl="bgShp" presStyleIdx="2" presStyleCnt="3"/>
      <dgm:spPr/>
    </dgm:pt>
    <dgm:pt modelId="{3556FD56-C4DE-4445-AA41-C18C325D9FA4}" type="pres">
      <dgm:prSet presAssocID="{0722D23C-177D-49C1-85D2-63E416E7D33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Key"/>
        </a:ext>
      </dgm:extLst>
    </dgm:pt>
    <dgm:pt modelId="{C246E8EA-90FD-470F-8BE0-BB4C5D6CFA32}" type="pres">
      <dgm:prSet presAssocID="{0722D23C-177D-49C1-85D2-63E416E7D334}" presName="spaceRect" presStyleCnt="0"/>
      <dgm:spPr/>
    </dgm:pt>
    <dgm:pt modelId="{D3A8E061-5FB6-4C49-8294-9718AB78E18C}" type="pres">
      <dgm:prSet presAssocID="{0722D23C-177D-49C1-85D2-63E416E7D334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C80CB74-5546-4AF4-9826-772806921253}" type="presOf" srcId="{1CE314D5-BDB0-4F8F-925F-4C6F502C32FC}" destId="{A45B6421-44A9-4699-8122-D463B3A1F6AA}" srcOrd="0" destOrd="0" presId="urn:microsoft.com/office/officeart/2018/5/layout/IconCircleLabelList"/>
    <dgm:cxn modelId="{1A1AD136-B756-4705-A24C-E9D96CB64F67}" srcId="{3ACC3616-17C8-401C-8F50-F50CBFA8B412}" destId="{0722D23C-177D-49C1-85D2-63E416E7D334}" srcOrd="2" destOrd="0" parTransId="{38BBB8DE-1CBD-431F-B881-38D4A43868FD}" sibTransId="{4AE14569-7102-41BA-80E6-7B1A4F675D90}"/>
    <dgm:cxn modelId="{BD92F467-0E47-48E7-8EBA-F385AB6D8828}" type="presOf" srcId="{A5246D6D-6C8F-410C-88EB-055EAEB60AAC}" destId="{5768F91D-899A-406C-95BD-A017C722D4C0}" srcOrd="0" destOrd="0" presId="urn:microsoft.com/office/officeart/2018/5/layout/IconCircleLabelList"/>
    <dgm:cxn modelId="{9B350C4F-FEE0-46DA-841F-97677E8FA5B3}" type="presOf" srcId="{0722D23C-177D-49C1-85D2-63E416E7D334}" destId="{D3A8E061-5FB6-4C49-8294-9718AB78E18C}" srcOrd="0" destOrd="0" presId="urn:microsoft.com/office/officeart/2018/5/layout/IconCircleLabelList"/>
    <dgm:cxn modelId="{C6187034-0073-4841-9590-35566554A058}" srcId="{3ACC3616-17C8-401C-8F50-F50CBFA8B412}" destId="{1CE314D5-BDB0-4F8F-925F-4C6F502C32FC}" srcOrd="1" destOrd="0" parTransId="{C5F2D880-6ACD-4089-B045-6E47D8986E54}" sibTransId="{08D2F457-1752-4F0C-887A-E6CF094F0ED4}"/>
    <dgm:cxn modelId="{B0048B23-47CA-4700-AA7E-41F565FB96E0}" type="presOf" srcId="{3ACC3616-17C8-401C-8F50-F50CBFA8B412}" destId="{3ED47ED7-140C-47C1-B2F3-E86F4B5A9553}" srcOrd="0" destOrd="0" presId="urn:microsoft.com/office/officeart/2018/5/layout/IconCircleLabelList"/>
    <dgm:cxn modelId="{A1B63204-7795-4C9A-A45F-AF7CDB4F3745}" srcId="{3ACC3616-17C8-401C-8F50-F50CBFA8B412}" destId="{A5246D6D-6C8F-410C-88EB-055EAEB60AAC}" srcOrd="0" destOrd="0" parTransId="{0350405F-508B-457C-8C34-BDD31A49561A}" sibTransId="{897E15E0-D945-4EDA-9A4B-CF32BF292319}"/>
    <dgm:cxn modelId="{5B873BC1-A2F1-4619-B4FE-1E8F4DFA8B61}" type="presParOf" srcId="{3ED47ED7-140C-47C1-B2F3-E86F4B5A9553}" destId="{01B330B2-94DD-4A66-9034-D47D906F9AD0}" srcOrd="0" destOrd="0" presId="urn:microsoft.com/office/officeart/2018/5/layout/IconCircleLabelList"/>
    <dgm:cxn modelId="{D350666B-8CBC-4187-B758-3EBE916DB8C0}" type="presParOf" srcId="{01B330B2-94DD-4A66-9034-D47D906F9AD0}" destId="{506D471C-3666-4CA6-83B7-015114A64514}" srcOrd="0" destOrd="0" presId="urn:microsoft.com/office/officeart/2018/5/layout/IconCircleLabelList"/>
    <dgm:cxn modelId="{FE1BDE0B-A747-4503-A8CE-09408D77411C}" type="presParOf" srcId="{01B330B2-94DD-4A66-9034-D47D906F9AD0}" destId="{740A4A21-2B2D-447C-BE48-31C7134FF441}" srcOrd="1" destOrd="0" presId="urn:microsoft.com/office/officeart/2018/5/layout/IconCircleLabelList"/>
    <dgm:cxn modelId="{34E44793-5EFA-4575-97AE-DA8449717005}" type="presParOf" srcId="{01B330B2-94DD-4A66-9034-D47D906F9AD0}" destId="{015BB360-C7BB-41B3-9375-73A3AB950792}" srcOrd="2" destOrd="0" presId="urn:microsoft.com/office/officeart/2018/5/layout/IconCircleLabelList"/>
    <dgm:cxn modelId="{C00DF23B-AB58-45B8-97D7-651DDF6217AA}" type="presParOf" srcId="{01B330B2-94DD-4A66-9034-D47D906F9AD0}" destId="{5768F91D-899A-406C-95BD-A017C722D4C0}" srcOrd="3" destOrd="0" presId="urn:microsoft.com/office/officeart/2018/5/layout/IconCircleLabelList"/>
    <dgm:cxn modelId="{4A0AE952-61DD-4B0E-91A0-7D9CFCB96772}" type="presParOf" srcId="{3ED47ED7-140C-47C1-B2F3-E86F4B5A9553}" destId="{12A1913A-273E-40F2-89A8-40A84B22B77E}" srcOrd="1" destOrd="0" presId="urn:microsoft.com/office/officeart/2018/5/layout/IconCircleLabelList"/>
    <dgm:cxn modelId="{DB4DD655-02B6-402A-AEBB-FE7A999A7EC9}" type="presParOf" srcId="{3ED47ED7-140C-47C1-B2F3-E86F4B5A9553}" destId="{F20CDEC7-625B-4C36-83B0-E50597B8D1EF}" srcOrd="2" destOrd="0" presId="urn:microsoft.com/office/officeart/2018/5/layout/IconCircleLabelList"/>
    <dgm:cxn modelId="{0BBC4E9B-D640-494B-9BCE-B22FEAD18DEC}" type="presParOf" srcId="{F20CDEC7-625B-4C36-83B0-E50597B8D1EF}" destId="{D6E30799-6B95-41D2-B812-2A39BBA6382A}" srcOrd="0" destOrd="0" presId="urn:microsoft.com/office/officeart/2018/5/layout/IconCircleLabelList"/>
    <dgm:cxn modelId="{FA0480D8-F4F7-4118-A3A8-BF4E551FE9A8}" type="presParOf" srcId="{F20CDEC7-625B-4C36-83B0-E50597B8D1EF}" destId="{C61C9B15-41D3-42F3-9B22-B5BC2C59D046}" srcOrd="1" destOrd="0" presId="urn:microsoft.com/office/officeart/2018/5/layout/IconCircleLabelList"/>
    <dgm:cxn modelId="{64A9F44F-67B7-46FC-A0BF-BDE8D1123F81}" type="presParOf" srcId="{F20CDEC7-625B-4C36-83B0-E50597B8D1EF}" destId="{2B729309-327A-42B8-90BC-04CE5461AF97}" srcOrd="2" destOrd="0" presId="urn:microsoft.com/office/officeart/2018/5/layout/IconCircleLabelList"/>
    <dgm:cxn modelId="{58D77A53-41AA-4904-AF07-7BA39271B5EF}" type="presParOf" srcId="{F20CDEC7-625B-4C36-83B0-E50597B8D1EF}" destId="{A45B6421-44A9-4699-8122-D463B3A1F6AA}" srcOrd="3" destOrd="0" presId="urn:microsoft.com/office/officeart/2018/5/layout/IconCircleLabelList"/>
    <dgm:cxn modelId="{A9EDF384-C57B-4DA3-A503-1FDDE29B2700}" type="presParOf" srcId="{3ED47ED7-140C-47C1-B2F3-E86F4B5A9553}" destId="{2DE6D529-72D6-40D7-AA9E-507F421CFD70}" srcOrd="3" destOrd="0" presId="urn:microsoft.com/office/officeart/2018/5/layout/IconCircleLabelList"/>
    <dgm:cxn modelId="{D0135AE2-5E61-4C9B-91C3-1AC0C85E4F33}" type="presParOf" srcId="{3ED47ED7-140C-47C1-B2F3-E86F4B5A9553}" destId="{B0F9A23C-8E3D-4C78-B379-84F6AB949406}" srcOrd="4" destOrd="0" presId="urn:microsoft.com/office/officeart/2018/5/layout/IconCircleLabelList"/>
    <dgm:cxn modelId="{803A32C4-9493-47BA-B38D-7BC9825FC436}" type="presParOf" srcId="{B0F9A23C-8E3D-4C78-B379-84F6AB949406}" destId="{21E8AF5E-262C-4854-A4CC-0D59F0189F90}" srcOrd="0" destOrd="0" presId="urn:microsoft.com/office/officeart/2018/5/layout/IconCircleLabelList"/>
    <dgm:cxn modelId="{EA210141-75F5-4142-9426-C6D1A6F94987}" type="presParOf" srcId="{B0F9A23C-8E3D-4C78-B379-84F6AB949406}" destId="{3556FD56-C4DE-4445-AA41-C18C325D9FA4}" srcOrd="1" destOrd="0" presId="urn:microsoft.com/office/officeart/2018/5/layout/IconCircleLabelList"/>
    <dgm:cxn modelId="{97ED35B7-0F52-4EC0-B265-B11DB852D16B}" type="presParOf" srcId="{B0F9A23C-8E3D-4C78-B379-84F6AB949406}" destId="{C246E8EA-90FD-470F-8BE0-BB4C5D6CFA32}" srcOrd="2" destOrd="0" presId="urn:microsoft.com/office/officeart/2018/5/layout/IconCircleLabelList"/>
    <dgm:cxn modelId="{75830570-942F-44C9-AAE3-6EEFEFD597D9}" type="presParOf" srcId="{B0F9A23C-8E3D-4C78-B379-84F6AB949406}" destId="{D3A8E061-5FB6-4C49-8294-9718AB78E18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8BB5C9-D43C-4F24-A9FF-E85320A93F1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28995C2-D131-48F6-983E-3148C4F8F373}">
      <dgm:prSet/>
      <dgm:spPr/>
      <dgm:t>
        <a:bodyPr/>
        <a:lstStyle/>
        <a:p>
          <a:pPr>
            <a:defRPr cap="all"/>
          </a:pPr>
          <a:r>
            <a:rPr lang="en-US"/>
            <a:t>Formulating Real-World Problems as Optimization Problems</a:t>
          </a:r>
        </a:p>
      </dgm:t>
    </dgm:pt>
    <dgm:pt modelId="{01A53BF0-5D08-403C-A9FF-F9CB23D0916B}" type="parTrans" cxnId="{3D4FE36D-2D8D-43DE-B004-06B3BD3815F4}">
      <dgm:prSet/>
      <dgm:spPr/>
      <dgm:t>
        <a:bodyPr/>
        <a:lstStyle/>
        <a:p>
          <a:endParaRPr lang="en-US"/>
        </a:p>
      </dgm:t>
    </dgm:pt>
    <dgm:pt modelId="{889BE524-0C3D-4847-9BAF-E381F3EDA738}" type="sibTrans" cxnId="{3D4FE36D-2D8D-43DE-B004-06B3BD3815F4}">
      <dgm:prSet/>
      <dgm:spPr/>
      <dgm:t>
        <a:bodyPr/>
        <a:lstStyle/>
        <a:p>
          <a:endParaRPr lang="en-US"/>
        </a:p>
      </dgm:t>
    </dgm:pt>
    <dgm:pt modelId="{CF85E340-A891-4D61-B3C4-B93A5A3D0FAC}">
      <dgm:prSet/>
      <dgm:spPr/>
      <dgm:t>
        <a:bodyPr/>
        <a:lstStyle/>
        <a:p>
          <a:pPr>
            <a:defRPr cap="all"/>
          </a:pPr>
          <a:r>
            <a:rPr lang="en-US"/>
            <a:t>Types of Variables and Constraints</a:t>
          </a:r>
        </a:p>
      </dgm:t>
    </dgm:pt>
    <dgm:pt modelId="{1302C36B-E5D8-435E-9503-BE11910E38AD}" type="parTrans" cxnId="{CA571FE1-E6B2-4E64-A7ED-14D065855BA7}">
      <dgm:prSet/>
      <dgm:spPr/>
      <dgm:t>
        <a:bodyPr/>
        <a:lstStyle/>
        <a:p>
          <a:endParaRPr lang="en-US"/>
        </a:p>
      </dgm:t>
    </dgm:pt>
    <dgm:pt modelId="{74908EC7-912D-41E1-8D0B-51B3AE6B16B3}" type="sibTrans" cxnId="{CA571FE1-E6B2-4E64-A7ED-14D065855BA7}">
      <dgm:prSet/>
      <dgm:spPr/>
      <dgm:t>
        <a:bodyPr/>
        <a:lstStyle/>
        <a:p>
          <a:endParaRPr lang="en-US"/>
        </a:p>
      </dgm:t>
    </dgm:pt>
    <dgm:pt modelId="{885C48F0-69AE-47FF-9C1A-BEDE20980D9F}">
      <dgm:prSet/>
      <dgm:spPr/>
      <dgm:t>
        <a:bodyPr/>
        <a:lstStyle/>
        <a:p>
          <a:pPr>
            <a:defRPr cap="all"/>
          </a:pPr>
          <a:r>
            <a:rPr lang="en-US"/>
            <a:t>Example Models</a:t>
          </a:r>
        </a:p>
      </dgm:t>
    </dgm:pt>
    <dgm:pt modelId="{2BD8EEFF-B37D-45AB-A452-40C09FB85B27}" type="parTrans" cxnId="{2ABEA9BB-8BEB-4FD9-9D81-B5775C559DBD}">
      <dgm:prSet/>
      <dgm:spPr/>
      <dgm:t>
        <a:bodyPr/>
        <a:lstStyle/>
        <a:p>
          <a:endParaRPr lang="en-US"/>
        </a:p>
      </dgm:t>
    </dgm:pt>
    <dgm:pt modelId="{EEF9E86E-5D9C-4A98-9415-78EA2C65548A}" type="sibTrans" cxnId="{2ABEA9BB-8BEB-4FD9-9D81-B5775C559DBD}">
      <dgm:prSet/>
      <dgm:spPr/>
      <dgm:t>
        <a:bodyPr/>
        <a:lstStyle/>
        <a:p>
          <a:endParaRPr lang="en-US"/>
        </a:p>
      </dgm:t>
    </dgm:pt>
    <dgm:pt modelId="{D6984A61-5295-41D5-90AE-754514F0C3DC}" type="pres">
      <dgm:prSet presAssocID="{D88BB5C9-D43C-4F24-A9FF-E85320A93F1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BBB157C-6141-4896-81B0-DC34D54FAEED}" type="pres">
      <dgm:prSet presAssocID="{C28995C2-D131-48F6-983E-3148C4F8F373}" presName="compNode" presStyleCnt="0"/>
      <dgm:spPr/>
    </dgm:pt>
    <dgm:pt modelId="{55CA4006-5097-49DA-8AD2-EDD4C4682773}" type="pres">
      <dgm:prSet presAssocID="{C28995C2-D131-48F6-983E-3148C4F8F373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6F99F78-0FDB-4F90-B999-466EF7D4E4D6}" type="pres">
      <dgm:prSet presAssocID="{C28995C2-D131-48F6-983E-3148C4F8F37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Document"/>
        </a:ext>
      </dgm:extLst>
    </dgm:pt>
    <dgm:pt modelId="{C34815E5-C633-4ACB-8B51-0769D664255D}" type="pres">
      <dgm:prSet presAssocID="{C28995C2-D131-48F6-983E-3148C4F8F373}" presName="spaceRect" presStyleCnt="0"/>
      <dgm:spPr/>
    </dgm:pt>
    <dgm:pt modelId="{F2A723F2-3EEB-4093-B4FA-A26BF4767F36}" type="pres">
      <dgm:prSet presAssocID="{C28995C2-D131-48F6-983E-3148C4F8F373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1E010660-E815-4B87-BEFE-3FB2E0371DAB}" type="pres">
      <dgm:prSet presAssocID="{889BE524-0C3D-4847-9BAF-E381F3EDA738}" presName="sibTrans" presStyleCnt="0"/>
      <dgm:spPr/>
    </dgm:pt>
    <dgm:pt modelId="{72A240D3-3116-44AD-81F1-0495A3070329}" type="pres">
      <dgm:prSet presAssocID="{CF85E340-A891-4D61-B3C4-B93A5A3D0FAC}" presName="compNode" presStyleCnt="0"/>
      <dgm:spPr/>
    </dgm:pt>
    <dgm:pt modelId="{C685297A-A74D-42D7-9DE5-A8D8C6975A39}" type="pres">
      <dgm:prSet presAssocID="{CF85E340-A891-4D61-B3C4-B93A5A3D0FA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4D2CB75-22C2-457A-90A0-EFB70DD039A5}" type="pres">
      <dgm:prSet presAssocID="{CF85E340-A891-4D61-B3C4-B93A5A3D0F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Head with Gears"/>
        </a:ext>
      </dgm:extLst>
    </dgm:pt>
    <dgm:pt modelId="{94AFE44C-1593-422D-BDD1-80FC815C115B}" type="pres">
      <dgm:prSet presAssocID="{CF85E340-A891-4D61-B3C4-B93A5A3D0FAC}" presName="spaceRect" presStyleCnt="0"/>
      <dgm:spPr/>
    </dgm:pt>
    <dgm:pt modelId="{DD6304A5-B25F-49E3-A90F-6BD22418EA11}" type="pres">
      <dgm:prSet presAssocID="{CF85E340-A891-4D61-B3C4-B93A5A3D0FAC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619F14A9-A20A-4E7A-B7EB-5FAA940BBE3A}" type="pres">
      <dgm:prSet presAssocID="{74908EC7-912D-41E1-8D0B-51B3AE6B16B3}" presName="sibTrans" presStyleCnt="0"/>
      <dgm:spPr/>
    </dgm:pt>
    <dgm:pt modelId="{0F4CD42F-F382-4C25-A5DD-9BB45608F542}" type="pres">
      <dgm:prSet presAssocID="{885C48F0-69AE-47FF-9C1A-BEDE20980D9F}" presName="compNode" presStyleCnt="0"/>
      <dgm:spPr/>
    </dgm:pt>
    <dgm:pt modelId="{78D32431-EB66-488E-8073-EA42B0920351}" type="pres">
      <dgm:prSet presAssocID="{885C48F0-69AE-47FF-9C1A-BEDE20980D9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6DD684A-E2C6-4B53-9672-F97B10B5E5C0}" type="pres">
      <dgm:prSet presAssocID="{885C48F0-69AE-47FF-9C1A-BEDE20980D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heckmark"/>
        </a:ext>
      </dgm:extLst>
    </dgm:pt>
    <dgm:pt modelId="{D1800C20-6CB8-47F8-AA95-FF982552EE45}" type="pres">
      <dgm:prSet presAssocID="{885C48F0-69AE-47FF-9C1A-BEDE20980D9F}" presName="spaceRect" presStyleCnt="0"/>
      <dgm:spPr/>
    </dgm:pt>
    <dgm:pt modelId="{63B858A0-8E15-430D-97FB-4301BF4192B9}" type="pres">
      <dgm:prSet presAssocID="{885C48F0-69AE-47FF-9C1A-BEDE20980D9F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571FE1-E6B2-4E64-A7ED-14D065855BA7}" srcId="{D88BB5C9-D43C-4F24-A9FF-E85320A93F11}" destId="{CF85E340-A891-4D61-B3C4-B93A5A3D0FAC}" srcOrd="1" destOrd="0" parTransId="{1302C36B-E5D8-435E-9503-BE11910E38AD}" sibTransId="{74908EC7-912D-41E1-8D0B-51B3AE6B16B3}"/>
    <dgm:cxn modelId="{DF3E2BDC-FCC8-4AD1-B03A-354EE2381426}" type="presOf" srcId="{885C48F0-69AE-47FF-9C1A-BEDE20980D9F}" destId="{63B858A0-8E15-430D-97FB-4301BF4192B9}" srcOrd="0" destOrd="0" presId="urn:microsoft.com/office/officeart/2018/5/layout/IconLeafLabelList"/>
    <dgm:cxn modelId="{594D071B-2AB4-426A-9CDB-D0095B6F6561}" type="presOf" srcId="{D88BB5C9-D43C-4F24-A9FF-E85320A93F11}" destId="{D6984A61-5295-41D5-90AE-754514F0C3DC}" srcOrd="0" destOrd="0" presId="urn:microsoft.com/office/officeart/2018/5/layout/IconLeafLabelList"/>
    <dgm:cxn modelId="{60B2AAA7-9DED-4255-804E-06737E335FF3}" type="presOf" srcId="{CF85E340-A891-4D61-B3C4-B93A5A3D0FAC}" destId="{DD6304A5-B25F-49E3-A90F-6BD22418EA11}" srcOrd="0" destOrd="0" presId="urn:microsoft.com/office/officeart/2018/5/layout/IconLeafLabelList"/>
    <dgm:cxn modelId="{2ABEA9BB-8BEB-4FD9-9D81-B5775C559DBD}" srcId="{D88BB5C9-D43C-4F24-A9FF-E85320A93F11}" destId="{885C48F0-69AE-47FF-9C1A-BEDE20980D9F}" srcOrd="2" destOrd="0" parTransId="{2BD8EEFF-B37D-45AB-A452-40C09FB85B27}" sibTransId="{EEF9E86E-5D9C-4A98-9415-78EA2C65548A}"/>
    <dgm:cxn modelId="{80E8CCA5-A984-42A8-BCBD-687BB2818E11}" type="presOf" srcId="{C28995C2-D131-48F6-983E-3148C4F8F373}" destId="{F2A723F2-3EEB-4093-B4FA-A26BF4767F36}" srcOrd="0" destOrd="0" presId="urn:microsoft.com/office/officeart/2018/5/layout/IconLeafLabelList"/>
    <dgm:cxn modelId="{3D4FE36D-2D8D-43DE-B004-06B3BD3815F4}" srcId="{D88BB5C9-D43C-4F24-A9FF-E85320A93F11}" destId="{C28995C2-D131-48F6-983E-3148C4F8F373}" srcOrd="0" destOrd="0" parTransId="{01A53BF0-5D08-403C-A9FF-F9CB23D0916B}" sibTransId="{889BE524-0C3D-4847-9BAF-E381F3EDA738}"/>
    <dgm:cxn modelId="{8654299E-1CA8-4B91-8C2F-18509C981CAD}" type="presParOf" srcId="{D6984A61-5295-41D5-90AE-754514F0C3DC}" destId="{7BBB157C-6141-4896-81B0-DC34D54FAEED}" srcOrd="0" destOrd="0" presId="urn:microsoft.com/office/officeart/2018/5/layout/IconLeafLabelList"/>
    <dgm:cxn modelId="{518BE8A6-FD16-4A45-994C-55249CED5277}" type="presParOf" srcId="{7BBB157C-6141-4896-81B0-DC34D54FAEED}" destId="{55CA4006-5097-49DA-8AD2-EDD4C4682773}" srcOrd="0" destOrd="0" presId="urn:microsoft.com/office/officeart/2018/5/layout/IconLeafLabelList"/>
    <dgm:cxn modelId="{680FC2EB-2212-431B-9CF0-59C0CEDA382B}" type="presParOf" srcId="{7BBB157C-6141-4896-81B0-DC34D54FAEED}" destId="{56F99F78-0FDB-4F90-B999-466EF7D4E4D6}" srcOrd="1" destOrd="0" presId="urn:microsoft.com/office/officeart/2018/5/layout/IconLeafLabelList"/>
    <dgm:cxn modelId="{EB93B22D-6196-4608-99A1-2BC6833CD75F}" type="presParOf" srcId="{7BBB157C-6141-4896-81B0-DC34D54FAEED}" destId="{C34815E5-C633-4ACB-8B51-0769D664255D}" srcOrd="2" destOrd="0" presId="urn:microsoft.com/office/officeart/2018/5/layout/IconLeafLabelList"/>
    <dgm:cxn modelId="{6C0DEDB3-1171-4381-8892-1AED221F37FB}" type="presParOf" srcId="{7BBB157C-6141-4896-81B0-DC34D54FAEED}" destId="{F2A723F2-3EEB-4093-B4FA-A26BF4767F36}" srcOrd="3" destOrd="0" presId="urn:microsoft.com/office/officeart/2018/5/layout/IconLeafLabelList"/>
    <dgm:cxn modelId="{F54054F2-09F9-49CD-A7CC-AA8CBE2B4238}" type="presParOf" srcId="{D6984A61-5295-41D5-90AE-754514F0C3DC}" destId="{1E010660-E815-4B87-BEFE-3FB2E0371DAB}" srcOrd="1" destOrd="0" presId="urn:microsoft.com/office/officeart/2018/5/layout/IconLeafLabelList"/>
    <dgm:cxn modelId="{3BAC2621-7DD3-440E-9E77-52161057C8D4}" type="presParOf" srcId="{D6984A61-5295-41D5-90AE-754514F0C3DC}" destId="{72A240D3-3116-44AD-81F1-0495A3070329}" srcOrd="2" destOrd="0" presId="urn:microsoft.com/office/officeart/2018/5/layout/IconLeafLabelList"/>
    <dgm:cxn modelId="{25ACB9B3-A584-4A60-818D-84ABD60FC50D}" type="presParOf" srcId="{72A240D3-3116-44AD-81F1-0495A3070329}" destId="{C685297A-A74D-42D7-9DE5-A8D8C6975A39}" srcOrd="0" destOrd="0" presId="urn:microsoft.com/office/officeart/2018/5/layout/IconLeafLabelList"/>
    <dgm:cxn modelId="{F465B556-3D6D-4A93-B16A-9F74BAF5A4EC}" type="presParOf" srcId="{72A240D3-3116-44AD-81F1-0495A3070329}" destId="{14D2CB75-22C2-457A-90A0-EFB70DD039A5}" srcOrd="1" destOrd="0" presId="urn:microsoft.com/office/officeart/2018/5/layout/IconLeafLabelList"/>
    <dgm:cxn modelId="{D481EDA7-EB16-4B81-807A-7CA637ABA2AF}" type="presParOf" srcId="{72A240D3-3116-44AD-81F1-0495A3070329}" destId="{94AFE44C-1593-422D-BDD1-80FC815C115B}" srcOrd="2" destOrd="0" presId="urn:microsoft.com/office/officeart/2018/5/layout/IconLeafLabelList"/>
    <dgm:cxn modelId="{23DD3481-E1E7-47C0-90E9-275934DAF74C}" type="presParOf" srcId="{72A240D3-3116-44AD-81F1-0495A3070329}" destId="{DD6304A5-B25F-49E3-A90F-6BD22418EA11}" srcOrd="3" destOrd="0" presId="urn:microsoft.com/office/officeart/2018/5/layout/IconLeafLabelList"/>
    <dgm:cxn modelId="{C3B01B4F-D081-445C-9B4E-8323DA459682}" type="presParOf" srcId="{D6984A61-5295-41D5-90AE-754514F0C3DC}" destId="{619F14A9-A20A-4E7A-B7EB-5FAA940BBE3A}" srcOrd="3" destOrd="0" presId="urn:microsoft.com/office/officeart/2018/5/layout/IconLeafLabelList"/>
    <dgm:cxn modelId="{03D60608-D7FA-4AB0-9DD7-5E52A830B026}" type="presParOf" srcId="{D6984A61-5295-41D5-90AE-754514F0C3DC}" destId="{0F4CD42F-F382-4C25-A5DD-9BB45608F542}" srcOrd="4" destOrd="0" presId="urn:microsoft.com/office/officeart/2018/5/layout/IconLeafLabelList"/>
    <dgm:cxn modelId="{3399AC70-0BFB-4A70-98A5-1F3067BC8A09}" type="presParOf" srcId="{0F4CD42F-F382-4C25-A5DD-9BB45608F542}" destId="{78D32431-EB66-488E-8073-EA42B0920351}" srcOrd="0" destOrd="0" presId="urn:microsoft.com/office/officeart/2018/5/layout/IconLeafLabelList"/>
    <dgm:cxn modelId="{6477091E-1A35-4BB8-A58D-FBD910C7783B}" type="presParOf" srcId="{0F4CD42F-F382-4C25-A5DD-9BB45608F542}" destId="{06DD684A-E2C6-4B53-9672-F97B10B5E5C0}" srcOrd="1" destOrd="0" presId="urn:microsoft.com/office/officeart/2018/5/layout/IconLeafLabelList"/>
    <dgm:cxn modelId="{FAD89B15-98C8-416B-A01F-A82470809B5C}" type="presParOf" srcId="{0F4CD42F-F382-4C25-A5DD-9BB45608F542}" destId="{D1800C20-6CB8-47F8-AA95-FF982552EE45}" srcOrd="2" destOrd="0" presId="urn:microsoft.com/office/officeart/2018/5/layout/IconLeafLabelList"/>
    <dgm:cxn modelId="{307CB5E8-49F3-43EE-8DED-37E58C9A929A}" type="presParOf" srcId="{0F4CD42F-F382-4C25-A5DD-9BB45608F542}" destId="{63B858A0-8E15-430D-97FB-4301BF4192B9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599E25-1D1D-46FA-B3A8-5A629E0C830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116116-E586-482B-BB52-53813CBD3C5F}">
      <dgm:prSet/>
      <dgm:spPr/>
      <dgm:t>
        <a:bodyPr/>
        <a:lstStyle/>
        <a:p>
          <a:r>
            <a:rPr lang="en-US"/>
            <a:t>Linear vs Non-Linear Optimization</a:t>
          </a:r>
        </a:p>
      </dgm:t>
    </dgm:pt>
    <dgm:pt modelId="{A9EA19A8-5B49-4A12-9559-021B3CD6BC6E}" type="parTrans" cxnId="{07743165-C437-4805-BD1B-80BA83E01BD8}">
      <dgm:prSet/>
      <dgm:spPr/>
      <dgm:t>
        <a:bodyPr/>
        <a:lstStyle/>
        <a:p>
          <a:endParaRPr lang="en-US"/>
        </a:p>
      </dgm:t>
    </dgm:pt>
    <dgm:pt modelId="{00702BAC-E819-42CC-AA2D-494F33273CB0}" type="sibTrans" cxnId="{07743165-C437-4805-BD1B-80BA83E01BD8}">
      <dgm:prSet/>
      <dgm:spPr/>
      <dgm:t>
        <a:bodyPr/>
        <a:lstStyle/>
        <a:p>
          <a:endParaRPr lang="en-US"/>
        </a:p>
      </dgm:t>
    </dgm:pt>
    <dgm:pt modelId="{94EB43A7-E008-48AC-8A51-02C36B8BFE5F}">
      <dgm:prSet/>
      <dgm:spPr/>
      <dgm:t>
        <a:bodyPr/>
        <a:lstStyle/>
        <a:p>
          <a:r>
            <a:rPr lang="en-US"/>
            <a:t>Constrained vs Unconstrained Problems</a:t>
          </a:r>
        </a:p>
      </dgm:t>
    </dgm:pt>
    <dgm:pt modelId="{15588CA2-3FE3-4CD9-B483-C213CBFF45F0}" type="parTrans" cxnId="{0F782274-B0DE-4E0E-98A6-A9CADD0E0CE7}">
      <dgm:prSet/>
      <dgm:spPr/>
      <dgm:t>
        <a:bodyPr/>
        <a:lstStyle/>
        <a:p>
          <a:endParaRPr lang="en-US"/>
        </a:p>
      </dgm:t>
    </dgm:pt>
    <dgm:pt modelId="{58084B71-AD3B-41CB-93EC-31E6CEAF8CEA}" type="sibTrans" cxnId="{0F782274-B0DE-4E0E-98A6-A9CADD0E0CE7}">
      <dgm:prSet/>
      <dgm:spPr/>
      <dgm:t>
        <a:bodyPr/>
        <a:lstStyle/>
        <a:p>
          <a:endParaRPr lang="en-US"/>
        </a:p>
      </dgm:t>
    </dgm:pt>
    <dgm:pt modelId="{59F5DD12-56B6-4AA2-9BA4-1FC6F5DAF86C}">
      <dgm:prSet/>
      <dgm:spPr/>
      <dgm:t>
        <a:bodyPr/>
        <a:lstStyle/>
        <a:p>
          <a:r>
            <a:rPr lang="en-US"/>
            <a:t>Single-variable vs Multi-variable Optimization</a:t>
          </a:r>
        </a:p>
      </dgm:t>
    </dgm:pt>
    <dgm:pt modelId="{B9E24C8F-0FEC-4A34-BA78-66E04DAE10E5}" type="parTrans" cxnId="{616D29E4-3159-4F0B-8BCB-1CB21433B9D2}">
      <dgm:prSet/>
      <dgm:spPr/>
      <dgm:t>
        <a:bodyPr/>
        <a:lstStyle/>
        <a:p>
          <a:endParaRPr lang="en-US"/>
        </a:p>
      </dgm:t>
    </dgm:pt>
    <dgm:pt modelId="{1E65935F-4336-4182-A1FA-055516CE2823}" type="sibTrans" cxnId="{616D29E4-3159-4F0B-8BCB-1CB21433B9D2}">
      <dgm:prSet/>
      <dgm:spPr/>
      <dgm:t>
        <a:bodyPr/>
        <a:lstStyle/>
        <a:p>
          <a:endParaRPr lang="en-US"/>
        </a:p>
      </dgm:t>
    </dgm:pt>
    <dgm:pt modelId="{F7A1183D-AE3B-4B0C-B7B1-6D6F23977933}" type="pres">
      <dgm:prSet presAssocID="{85599E25-1D1D-46FA-B3A8-5A629E0C830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EAA6E8B-0B44-4254-A7D6-D11000B1330C}" type="pres">
      <dgm:prSet presAssocID="{9E116116-E586-482B-BB52-53813CBD3C5F}" presName="hierRoot1" presStyleCnt="0"/>
      <dgm:spPr/>
    </dgm:pt>
    <dgm:pt modelId="{3133AAD3-F541-41C7-A08E-272D072A4BF1}" type="pres">
      <dgm:prSet presAssocID="{9E116116-E586-482B-BB52-53813CBD3C5F}" presName="composite" presStyleCnt="0"/>
      <dgm:spPr/>
    </dgm:pt>
    <dgm:pt modelId="{6DE5068A-B00A-4BB3-A0D2-560FC2875AE5}" type="pres">
      <dgm:prSet presAssocID="{9E116116-E586-482B-BB52-53813CBD3C5F}" presName="background" presStyleLbl="node0" presStyleIdx="0" presStyleCnt="3"/>
      <dgm:spPr/>
    </dgm:pt>
    <dgm:pt modelId="{A8CA5603-3D1F-4DF4-8C6C-BA80EA8E7C2E}" type="pres">
      <dgm:prSet presAssocID="{9E116116-E586-482B-BB52-53813CBD3C5F}" presName="text" presStyleLbl="fgAcc0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FFD9E7-5217-4C2D-85F2-65B30ED04BA8}" type="pres">
      <dgm:prSet presAssocID="{9E116116-E586-482B-BB52-53813CBD3C5F}" presName="hierChild2" presStyleCnt="0"/>
      <dgm:spPr/>
    </dgm:pt>
    <dgm:pt modelId="{1DD7A748-FA14-41EA-AB5F-56EC31945DA4}" type="pres">
      <dgm:prSet presAssocID="{94EB43A7-E008-48AC-8A51-02C36B8BFE5F}" presName="hierRoot1" presStyleCnt="0"/>
      <dgm:spPr/>
    </dgm:pt>
    <dgm:pt modelId="{69C5B38B-1B63-40BD-A72E-6F60A47D0DAA}" type="pres">
      <dgm:prSet presAssocID="{94EB43A7-E008-48AC-8A51-02C36B8BFE5F}" presName="composite" presStyleCnt="0"/>
      <dgm:spPr/>
    </dgm:pt>
    <dgm:pt modelId="{3502966C-0052-4A24-9573-B40879B79E57}" type="pres">
      <dgm:prSet presAssocID="{94EB43A7-E008-48AC-8A51-02C36B8BFE5F}" presName="background" presStyleLbl="node0" presStyleIdx="1" presStyleCnt="3"/>
      <dgm:spPr/>
    </dgm:pt>
    <dgm:pt modelId="{698E28D0-7462-4533-A933-F6947D0DB17A}" type="pres">
      <dgm:prSet presAssocID="{94EB43A7-E008-48AC-8A51-02C36B8BFE5F}" presName="text" presStyleLbl="fgAcc0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4103EA4-EBE2-452C-B1AC-1C7C4D05B8B3}" type="pres">
      <dgm:prSet presAssocID="{94EB43A7-E008-48AC-8A51-02C36B8BFE5F}" presName="hierChild2" presStyleCnt="0"/>
      <dgm:spPr/>
    </dgm:pt>
    <dgm:pt modelId="{550445C0-442B-4139-AC8A-DB30EC7E9ADD}" type="pres">
      <dgm:prSet presAssocID="{59F5DD12-56B6-4AA2-9BA4-1FC6F5DAF86C}" presName="hierRoot1" presStyleCnt="0"/>
      <dgm:spPr/>
    </dgm:pt>
    <dgm:pt modelId="{7F73F279-13C5-4BF4-94DB-C2351869CEB7}" type="pres">
      <dgm:prSet presAssocID="{59F5DD12-56B6-4AA2-9BA4-1FC6F5DAF86C}" presName="composite" presStyleCnt="0"/>
      <dgm:spPr/>
    </dgm:pt>
    <dgm:pt modelId="{2E2B5FAC-E312-4CCF-B19D-409916128B73}" type="pres">
      <dgm:prSet presAssocID="{59F5DD12-56B6-4AA2-9BA4-1FC6F5DAF86C}" presName="background" presStyleLbl="node0" presStyleIdx="2" presStyleCnt="3"/>
      <dgm:spPr/>
    </dgm:pt>
    <dgm:pt modelId="{B66A5FCD-10C2-4FA9-981F-C6EF5343EA32}" type="pres">
      <dgm:prSet presAssocID="{59F5DD12-56B6-4AA2-9BA4-1FC6F5DAF86C}" presName="text" presStyleLbl="fgAcc0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D22CF2E-1509-4019-ADFC-1EFD64857646}" type="pres">
      <dgm:prSet presAssocID="{59F5DD12-56B6-4AA2-9BA4-1FC6F5DAF86C}" presName="hierChild2" presStyleCnt="0"/>
      <dgm:spPr/>
    </dgm:pt>
  </dgm:ptLst>
  <dgm:cxnLst>
    <dgm:cxn modelId="{C259EF79-6BA5-452A-99BF-0CBB2D93BB8B}" type="presOf" srcId="{59F5DD12-56B6-4AA2-9BA4-1FC6F5DAF86C}" destId="{B66A5FCD-10C2-4FA9-981F-C6EF5343EA32}" srcOrd="0" destOrd="0" presId="urn:microsoft.com/office/officeart/2005/8/layout/hierarchy1"/>
    <dgm:cxn modelId="{0F782274-B0DE-4E0E-98A6-A9CADD0E0CE7}" srcId="{85599E25-1D1D-46FA-B3A8-5A629E0C8304}" destId="{94EB43A7-E008-48AC-8A51-02C36B8BFE5F}" srcOrd="1" destOrd="0" parTransId="{15588CA2-3FE3-4CD9-B483-C213CBFF45F0}" sibTransId="{58084B71-AD3B-41CB-93EC-31E6CEAF8CEA}"/>
    <dgm:cxn modelId="{07743165-C437-4805-BD1B-80BA83E01BD8}" srcId="{85599E25-1D1D-46FA-B3A8-5A629E0C8304}" destId="{9E116116-E586-482B-BB52-53813CBD3C5F}" srcOrd="0" destOrd="0" parTransId="{A9EA19A8-5B49-4A12-9559-021B3CD6BC6E}" sibTransId="{00702BAC-E819-42CC-AA2D-494F33273CB0}"/>
    <dgm:cxn modelId="{068DD258-DDDF-42F9-8CD6-023275BB0AE6}" type="presOf" srcId="{94EB43A7-E008-48AC-8A51-02C36B8BFE5F}" destId="{698E28D0-7462-4533-A933-F6947D0DB17A}" srcOrd="0" destOrd="0" presId="urn:microsoft.com/office/officeart/2005/8/layout/hierarchy1"/>
    <dgm:cxn modelId="{9F0466A4-3F41-4316-9476-1E72FFBCB957}" type="presOf" srcId="{9E116116-E586-482B-BB52-53813CBD3C5F}" destId="{A8CA5603-3D1F-4DF4-8C6C-BA80EA8E7C2E}" srcOrd="0" destOrd="0" presId="urn:microsoft.com/office/officeart/2005/8/layout/hierarchy1"/>
    <dgm:cxn modelId="{616D29E4-3159-4F0B-8BCB-1CB21433B9D2}" srcId="{85599E25-1D1D-46FA-B3A8-5A629E0C8304}" destId="{59F5DD12-56B6-4AA2-9BA4-1FC6F5DAF86C}" srcOrd="2" destOrd="0" parTransId="{B9E24C8F-0FEC-4A34-BA78-66E04DAE10E5}" sibTransId="{1E65935F-4336-4182-A1FA-055516CE2823}"/>
    <dgm:cxn modelId="{9388E55F-327C-424F-84CE-DFAAD2A988B3}" type="presOf" srcId="{85599E25-1D1D-46FA-B3A8-5A629E0C8304}" destId="{F7A1183D-AE3B-4B0C-B7B1-6D6F23977933}" srcOrd="0" destOrd="0" presId="urn:microsoft.com/office/officeart/2005/8/layout/hierarchy1"/>
    <dgm:cxn modelId="{1C53FDF1-80C5-4636-97FF-77014C16800A}" type="presParOf" srcId="{F7A1183D-AE3B-4B0C-B7B1-6D6F23977933}" destId="{DEAA6E8B-0B44-4254-A7D6-D11000B1330C}" srcOrd="0" destOrd="0" presId="urn:microsoft.com/office/officeart/2005/8/layout/hierarchy1"/>
    <dgm:cxn modelId="{CD55DC9C-0FC6-44C4-80D2-34F2A31BCCBD}" type="presParOf" srcId="{DEAA6E8B-0B44-4254-A7D6-D11000B1330C}" destId="{3133AAD3-F541-41C7-A08E-272D072A4BF1}" srcOrd="0" destOrd="0" presId="urn:microsoft.com/office/officeart/2005/8/layout/hierarchy1"/>
    <dgm:cxn modelId="{6C8F18AB-25E3-4ACE-9EDC-55835FB021C3}" type="presParOf" srcId="{3133AAD3-F541-41C7-A08E-272D072A4BF1}" destId="{6DE5068A-B00A-4BB3-A0D2-560FC2875AE5}" srcOrd="0" destOrd="0" presId="urn:microsoft.com/office/officeart/2005/8/layout/hierarchy1"/>
    <dgm:cxn modelId="{A1D91EAB-4F4E-4A1C-987F-4B4F76B3D46B}" type="presParOf" srcId="{3133AAD3-F541-41C7-A08E-272D072A4BF1}" destId="{A8CA5603-3D1F-4DF4-8C6C-BA80EA8E7C2E}" srcOrd="1" destOrd="0" presId="urn:microsoft.com/office/officeart/2005/8/layout/hierarchy1"/>
    <dgm:cxn modelId="{EDE7A631-BA70-4AE0-89F5-82DFB850E760}" type="presParOf" srcId="{DEAA6E8B-0B44-4254-A7D6-D11000B1330C}" destId="{A3FFD9E7-5217-4C2D-85F2-65B30ED04BA8}" srcOrd="1" destOrd="0" presId="urn:microsoft.com/office/officeart/2005/8/layout/hierarchy1"/>
    <dgm:cxn modelId="{8B3C0CE9-1FAE-4329-86A0-F21F8DD78D9B}" type="presParOf" srcId="{F7A1183D-AE3B-4B0C-B7B1-6D6F23977933}" destId="{1DD7A748-FA14-41EA-AB5F-56EC31945DA4}" srcOrd="1" destOrd="0" presId="urn:microsoft.com/office/officeart/2005/8/layout/hierarchy1"/>
    <dgm:cxn modelId="{26BFA76B-8DC3-4A20-875D-C73C428C8324}" type="presParOf" srcId="{1DD7A748-FA14-41EA-AB5F-56EC31945DA4}" destId="{69C5B38B-1B63-40BD-A72E-6F60A47D0DAA}" srcOrd="0" destOrd="0" presId="urn:microsoft.com/office/officeart/2005/8/layout/hierarchy1"/>
    <dgm:cxn modelId="{D3063D72-33BB-44AB-8E7D-5F8C68D16708}" type="presParOf" srcId="{69C5B38B-1B63-40BD-A72E-6F60A47D0DAA}" destId="{3502966C-0052-4A24-9573-B40879B79E57}" srcOrd="0" destOrd="0" presId="urn:microsoft.com/office/officeart/2005/8/layout/hierarchy1"/>
    <dgm:cxn modelId="{043789FE-240F-4818-AD02-80D7FF449C75}" type="presParOf" srcId="{69C5B38B-1B63-40BD-A72E-6F60A47D0DAA}" destId="{698E28D0-7462-4533-A933-F6947D0DB17A}" srcOrd="1" destOrd="0" presId="urn:microsoft.com/office/officeart/2005/8/layout/hierarchy1"/>
    <dgm:cxn modelId="{A6C06CBC-3380-4942-A253-753C95DF11B2}" type="presParOf" srcId="{1DD7A748-FA14-41EA-AB5F-56EC31945DA4}" destId="{E4103EA4-EBE2-452C-B1AC-1C7C4D05B8B3}" srcOrd="1" destOrd="0" presId="urn:microsoft.com/office/officeart/2005/8/layout/hierarchy1"/>
    <dgm:cxn modelId="{8CE44B62-AF92-4D11-9D12-90DE6E856562}" type="presParOf" srcId="{F7A1183D-AE3B-4B0C-B7B1-6D6F23977933}" destId="{550445C0-442B-4139-AC8A-DB30EC7E9ADD}" srcOrd="2" destOrd="0" presId="urn:microsoft.com/office/officeart/2005/8/layout/hierarchy1"/>
    <dgm:cxn modelId="{18634BDA-9D5C-4B48-A43A-A4E9211E693B}" type="presParOf" srcId="{550445C0-442B-4139-AC8A-DB30EC7E9ADD}" destId="{7F73F279-13C5-4BF4-94DB-C2351869CEB7}" srcOrd="0" destOrd="0" presId="urn:microsoft.com/office/officeart/2005/8/layout/hierarchy1"/>
    <dgm:cxn modelId="{306B77B3-A7F7-4F9A-98EF-BEE2FBA714D7}" type="presParOf" srcId="{7F73F279-13C5-4BF4-94DB-C2351869CEB7}" destId="{2E2B5FAC-E312-4CCF-B19D-409916128B73}" srcOrd="0" destOrd="0" presId="urn:microsoft.com/office/officeart/2005/8/layout/hierarchy1"/>
    <dgm:cxn modelId="{EB092A40-7035-4C3C-AC10-C6CD550056D1}" type="presParOf" srcId="{7F73F279-13C5-4BF4-94DB-C2351869CEB7}" destId="{B66A5FCD-10C2-4FA9-981F-C6EF5343EA32}" srcOrd="1" destOrd="0" presId="urn:microsoft.com/office/officeart/2005/8/layout/hierarchy1"/>
    <dgm:cxn modelId="{21382AA3-9709-4764-B2A8-23AAC2201BAE}" type="presParOf" srcId="{550445C0-442B-4139-AC8A-DB30EC7E9ADD}" destId="{9D22CF2E-1509-4019-ADFC-1EFD648576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45EF84-740D-471E-9C73-265F55F19EC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7A5BD57-C87C-48FA-A514-AED453CC42D2}">
      <dgm:prSet/>
      <dgm:spPr/>
      <dgm:t>
        <a:bodyPr/>
        <a:lstStyle/>
        <a:p>
          <a:pPr>
            <a:defRPr cap="all"/>
          </a:pPr>
          <a:r>
            <a:rPr lang="en-US"/>
            <a:t>Formulating Linear Problems</a:t>
          </a:r>
        </a:p>
      </dgm:t>
    </dgm:pt>
    <dgm:pt modelId="{7AB10473-2C9F-4F93-8A5C-E664CC25B7FE}" type="parTrans" cxnId="{0B6808AE-F5EC-4BFF-B94E-5267EC6743F4}">
      <dgm:prSet/>
      <dgm:spPr/>
      <dgm:t>
        <a:bodyPr/>
        <a:lstStyle/>
        <a:p>
          <a:endParaRPr lang="en-US"/>
        </a:p>
      </dgm:t>
    </dgm:pt>
    <dgm:pt modelId="{B043330F-AADE-4FD0-B51F-9D4833DC050C}" type="sibTrans" cxnId="{0B6808AE-F5EC-4BFF-B94E-5267EC6743F4}">
      <dgm:prSet/>
      <dgm:spPr/>
      <dgm:t>
        <a:bodyPr/>
        <a:lstStyle/>
        <a:p>
          <a:endParaRPr lang="en-US"/>
        </a:p>
      </dgm:t>
    </dgm:pt>
    <dgm:pt modelId="{62D2A09F-373F-4E96-8C14-CC27AAC55F25}">
      <dgm:prSet/>
      <dgm:spPr/>
      <dgm:t>
        <a:bodyPr/>
        <a:lstStyle/>
        <a:p>
          <a:pPr>
            <a:defRPr cap="all"/>
          </a:pPr>
          <a:r>
            <a:rPr lang="en-US"/>
            <a:t>Solving Using MATLAB (linprog)</a:t>
          </a:r>
        </a:p>
      </dgm:t>
    </dgm:pt>
    <dgm:pt modelId="{92D124B4-FB08-4DBF-ACAC-350CF79A8551}" type="parTrans" cxnId="{388606C4-5158-4B82-A89F-0DFD3C801F61}">
      <dgm:prSet/>
      <dgm:spPr/>
      <dgm:t>
        <a:bodyPr/>
        <a:lstStyle/>
        <a:p>
          <a:endParaRPr lang="en-US"/>
        </a:p>
      </dgm:t>
    </dgm:pt>
    <dgm:pt modelId="{D8CE97FC-3A3F-4D8E-96AA-18E54021D4FE}" type="sibTrans" cxnId="{388606C4-5158-4B82-A89F-0DFD3C801F61}">
      <dgm:prSet/>
      <dgm:spPr/>
      <dgm:t>
        <a:bodyPr/>
        <a:lstStyle/>
        <a:p>
          <a:endParaRPr lang="en-US"/>
        </a:p>
      </dgm:t>
    </dgm:pt>
    <dgm:pt modelId="{3926C6E0-A835-4EC1-B0AD-218D1E6AE192}">
      <dgm:prSet/>
      <dgm:spPr/>
      <dgm:t>
        <a:bodyPr/>
        <a:lstStyle/>
        <a:p>
          <a:pPr>
            <a:defRPr cap="all"/>
          </a:pPr>
          <a:r>
            <a:rPr lang="en-US"/>
            <a:t>Solving Using Python (scipy.optimize.linprog)</a:t>
          </a:r>
        </a:p>
      </dgm:t>
    </dgm:pt>
    <dgm:pt modelId="{02EC98F4-BB8D-4B6B-86B5-D1F1CAA72A20}" type="parTrans" cxnId="{4FBBA104-5B0D-4755-923A-2ED8630F5700}">
      <dgm:prSet/>
      <dgm:spPr/>
      <dgm:t>
        <a:bodyPr/>
        <a:lstStyle/>
        <a:p>
          <a:endParaRPr lang="en-US"/>
        </a:p>
      </dgm:t>
    </dgm:pt>
    <dgm:pt modelId="{BBFAFA7F-AB54-4F4A-BFA0-225F2698A366}" type="sibTrans" cxnId="{4FBBA104-5B0D-4755-923A-2ED8630F5700}">
      <dgm:prSet/>
      <dgm:spPr/>
      <dgm:t>
        <a:bodyPr/>
        <a:lstStyle/>
        <a:p>
          <a:endParaRPr lang="en-US"/>
        </a:p>
      </dgm:t>
    </dgm:pt>
    <dgm:pt modelId="{4D723661-6D4F-46A6-8A23-2D22390A3025}">
      <dgm:prSet/>
      <dgm:spPr/>
      <dgm:t>
        <a:bodyPr/>
        <a:lstStyle/>
        <a:p>
          <a:pPr>
            <a:defRPr cap="all"/>
          </a:pPr>
          <a:r>
            <a:rPr lang="en-US"/>
            <a:t>Case Studies</a:t>
          </a:r>
        </a:p>
      </dgm:t>
    </dgm:pt>
    <dgm:pt modelId="{894A6778-A634-424D-BCCA-BA589FCB7EA8}" type="parTrans" cxnId="{3878A573-AE71-4524-A7DA-DB693D2EF3FF}">
      <dgm:prSet/>
      <dgm:spPr/>
      <dgm:t>
        <a:bodyPr/>
        <a:lstStyle/>
        <a:p>
          <a:endParaRPr lang="en-US"/>
        </a:p>
      </dgm:t>
    </dgm:pt>
    <dgm:pt modelId="{C168DA04-20C2-4246-B408-25BA2CFF298B}" type="sibTrans" cxnId="{3878A573-AE71-4524-A7DA-DB693D2EF3FF}">
      <dgm:prSet/>
      <dgm:spPr/>
      <dgm:t>
        <a:bodyPr/>
        <a:lstStyle/>
        <a:p>
          <a:endParaRPr lang="en-US"/>
        </a:p>
      </dgm:t>
    </dgm:pt>
    <dgm:pt modelId="{D3744E39-DCE2-4572-B2BD-AA1BCADD449D}" type="pres">
      <dgm:prSet presAssocID="{9D45EF84-740D-471E-9C73-265F55F19ECD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1566A38-8A54-457C-AE62-879BA93BEA21}" type="pres">
      <dgm:prSet presAssocID="{D7A5BD57-C87C-48FA-A514-AED453CC42D2}" presName="compNode" presStyleCnt="0"/>
      <dgm:spPr/>
    </dgm:pt>
    <dgm:pt modelId="{0D7BBE55-0173-4736-BBD3-7253030E4FF1}" type="pres">
      <dgm:prSet presAssocID="{D7A5BD57-C87C-48FA-A514-AED453CC42D2}" presName="iconBgRect" presStyleLbl="bgShp" presStyleIdx="0" presStyleCnt="4"/>
      <dgm:spPr/>
    </dgm:pt>
    <dgm:pt modelId="{2E473711-C4AE-4558-A1B2-388869ECD6D7}" type="pres">
      <dgm:prSet presAssocID="{D7A5BD57-C87C-48FA-A514-AED453CC42D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Document"/>
        </a:ext>
      </dgm:extLst>
    </dgm:pt>
    <dgm:pt modelId="{BE91F168-2CEE-4FCB-9C91-783365A328AF}" type="pres">
      <dgm:prSet presAssocID="{D7A5BD57-C87C-48FA-A514-AED453CC42D2}" presName="spaceRect" presStyleCnt="0"/>
      <dgm:spPr/>
    </dgm:pt>
    <dgm:pt modelId="{CEBD0D4E-87AA-40B8-A077-310451FE3E41}" type="pres">
      <dgm:prSet presAssocID="{D7A5BD57-C87C-48FA-A514-AED453CC42D2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46260A7-90CE-4BAC-9228-4FA4C9960B00}" type="pres">
      <dgm:prSet presAssocID="{B043330F-AADE-4FD0-B51F-9D4833DC050C}" presName="sibTrans" presStyleCnt="0"/>
      <dgm:spPr/>
    </dgm:pt>
    <dgm:pt modelId="{97EA1A61-56AD-48EE-B48E-A92EBB159A95}" type="pres">
      <dgm:prSet presAssocID="{62D2A09F-373F-4E96-8C14-CC27AAC55F25}" presName="compNode" presStyleCnt="0"/>
      <dgm:spPr/>
    </dgm:pt>
    <dgm:pt modelId="{C742F1A8-5D87-4A2F-844D-BA7848810A84}" type="pres">
      <dgm:prSet presAssocID="{62D2A09F-373F-4E96-8C14-CC27AAC55F25}" presName="iconBgRect" presStyleLbl="bgShp" presStyleIdx="1" presStyleCnt="4"/>
      <dgm:spPr/>
    </dgm:pt>
    <dgm:pt modelId="{28AD144B-8C0D-46C7-887A-B0A7CB4BC13A}" type="pres">
      <dgm:prSet presAssocID="{62D2A09F-373F-4E96-8C14-CC27AAC55F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omputer"/>
        </a:ext>
      </dgm:extLst>
    </dgm:pt>
    <dgm:pt modelId="{456F13AE-62DD-4F2F-96F5-FEFCB3FC4265}" type="pres">
      <dgm:prSet presAssocID="{62D2A09F-373F-4E96-8C14-CC27AAC55F25}" presName="spaceRect" presStyleCnt="0"/>
      <dgm:spPr/>
    </dgm:pt>
    <dgm:pt modelId="{F69A5EBF-DBBD-4603-A934-03E75F3EF46E}" type="pres">
      <dgm:prSet presAssocID="{62D2A09F-373F-4E96-8C14-CC27AAC55F25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6755081-6B29-4969-9DA4-808020CFADCC}" type="pres">
      <dgm:prSet presAssocID="{D8CE97FC-3A3F-4D8E-96AA-18E54021D4FE}" presName="sibTrans" presStyleCnt="0"/>
      <dgm:spPr/>
    </dgm:pt>
    <dgm:pt modelId="{36272959-E3F9-4346-BED1-77028CBB8791}" type="pres">
      <dgm:prSet presAssocID="{3926C6E0-A835-4EC1-B0AD-218D1E6AE192}" presName="compNode" presStyleCnt="0"/>
      <dgm:spPr/>
    </dgm:pt>
    <dgm:pt modelId="{BFEF7F53-D443-4E2F-ADCA-B6C9CD841706}" type="pres">
      <dgm:prSet presAssocID="{3926C6E0-A835-4EC1-B0AD-218D1E6AE192}" presName="iconBgRect" presStyleLbl="bgShp" presStyleIdx="2" presStyleCnt="4"/>
      <dgm:spPr/>
    </dgm:pt>
    <dgm:pt modelId="{29E91C67-E2E2-448F-BAE1-3B1D6A3BBA4B}" type="pres">
      <dgm:prSet presAssocID="{3926C6E0-A835-4EC1-B0AD-218D1E6AE1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Robot"/>
        </a:ext>
      </dgm:extLst>
    </dgm:pt>
    <dgm:pt modelId="{CDC14830-364E-4ECB-A0A8-2A615BEF8FFF}" type="pres">
      <dgm:prSet presAssocID="{3926C6E0-A835-4EC1-B0AD-218D1E6AE192}" presName="spaceRect" presStyleCnt="0"/>
      <dgm:spPr/>
    </dgm:pt>
    <dgm:pt modelId="{AC171757-8027-4216-86C6-3C6429165276}" type="pres">
      <dgm:prSet presAssocID="{3926C6E0-A835-4EC1-B0AD-218D1E6AE192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FF61D2D-D2F5-4741-B92D-90479B9AD949}" type="pres">
      <dgm:prSet presAssocID="{BBFAFA7F-AB54-4F4A-BFA0-225F2698A366}" presName="sibTrans" presStyleCnt="0"/>
      <dgm:spPr/>
    </dgm:pt>
    <dgm:pt modelId="{FBEB4532-961B-4930-B49C-B9271CD65BD6}" type="pres">
      <dgm:prSet presAssocID="{4D723661-6D4F-46A6-8A23-2D22390A3025}" presName="compNode" presStyleCnt="0"/>
      <dgm:spPr/>
    </dgm:pt>
    <dgm:pt modelId="{33BF850E-C7B1-4D9B-A985-3771B57A14A3}" type="pres">
      <dgm:prSet presAssocID="{4D723661-6D4F-46A6-8A23-2D22390A3025}" presName="iconBgRect" presStyleLbl="bgShp" presStyleIdx="3" presStyleCnt="4"/>
      <dgm:spPr/>
    </dgm:pt>
    <dgm:pt modelId="{F739057C-7C51-4110-89FE-7F08FE8F851B}" type="pres">
      <dgm:prSet presAssocID="{4D723661-6D4F-46A6-8A23-2D22390A30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Magnifying glass"/>
        </a:ext>
      </dgm:extLst>
    </dgm:pt>
    <dgm:pt modelId="{DD795BF1-202C-4F5A-96CC-03C69786E1E9}" type="pres">
      <dgm:prSet presAssocID="{4D723661-6D4F-46A6-8A23-2D22390A3025}" presName="spaceRect" presStyleCnt="0"/>
      <dgm:spPr/>
    </dgm:pt>
    <dgm:pt modelId="{25FDAFEF-F242-4A08-AE1B-5F78AC9BC9ED}" type="pres">
      <dgm:prSet presAssocID="{4D723661-6D4F-46A6-8A23-2D22390A3025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4BC9EDE-4CD9-47AD-9B5A-7D0C8EE60F7F}" type="presOf" srcId="{3926C6E0-A835-4EC1-B0AD-218D1E6AE192}" destId="{AC171757-8027-4216-86C6-3C6429165276}" srcOrd="0" destOrd="0" presId="urn:microsoft.com/office/officeart/2018/5/layout/IconCircleLabelList"/>
    <dgm:cxn modelId="{CB321403-F18A-4A7C-8577-32B1288CB2EB}" type="presOf" srcId="{62D2A09F-373F-4E96-8C14-CC27AAC55F25}" destId="{F69A5EBF-DBBD-4603-A934-03E75F3EF46E}" srcOrd="0" destOrd="0" presId="urn:microsoft.com/office/officeart/2018/5/layout/IconCircleLabelList"/>
    <dgm:cxn modelId="{0B6808AE-F5EC-4BFF-B94E-5267EC6743F4}" srcId="{9D45EF84-740D-471E-9C73-265F55F19ECD}" destId="{D7A5BD57-C87C-48FA-A514-AED453CC42D2}" srcOrd="0" destOrd="0" parTransId="{7AB10473-2C9F-4F93-8A5C-E664CC25B7FE}" sibTransId="{B043330F-AADE-4FD0-B51F-9D4833DC050C}"/>
    <dgm:cxn modelId="{4FBBA104-5B0D-4755-923A-2ED8630F5700}" srcId="{9D45EF84-740D-471E-9C73-265F55F19ECD}" destId="{3926C6E0-A835-4EC1-B0AD-218D1E6AE192}" srcOrd="2" destOrd="0" parTransId="{02EC98F4-BB8D-4B6B-86B5-D1F1CAA72A20}" sibTransId="{BBFAFA7F-AB54-4F4A-BFA0-225F2698A366}"/>
    <dgm:cxn modelId="{9AC72D2B-BB89-4647-BF7D-BA55D410BC55}" type="presOf" srcId="{D7A5BD57-C87C-48FA-A514-AED453CC42D2}" destId="{CEBD0D4E-87AA-40B8-A077-310451FE3E41}" srcOrd="0" destOrd="0" presId="urn:microsoft.com/office/officeart/2018/5/layout/IconCircleLabelList"/>
    <dgm:cxn modelId="{3878A573-AE71-4524-A7DA-DB693D2EF3FF}" srcId="{9D45EF84-740D-471E-9C73-265F55F19ECD}" destId="{4D723661-6D4F-46A6-8A23-2D22390A3025}" srcOrd="3" destOrd="0" parTransId="{894A6778-A634-424D-BCCA-BA589FCB7EA8}" sibTransId="{C168DA04-20C2-4246-B408-25BA2CFF298B}"/>
    <dgm:cxn modelId="{BC3F5FE3-EFDE-44CE-BE00-DB9E3FE459F0}" type="presOf" srcId="{9D45EF84-740D-471E-9C73-265F55F19ECD}" destId="{D3744E39-DCE2-4572-B2BD-AA1BCADD449D}" srcOrd="0" destOrd="0" presId="urn:microsoft.com/office/officeart/2018/5/layout/IconCircleLabelList"/>
    <dgm:cxn modelId="{CACA2AAB-2472-4472-977F-C8EE6F2E8744}" type="presOf" srcId="{4D723661-6D4F-46A6-8A23-2D22390A3025}" destId="{25FDAFEF-F242-4A08-AE1B-5F78AC9BC9ED}" srcOrd="0" destOrd="0" presId="urn:microsoft.com/office/officeart/2018/5/layout/IconCircleLabelList"/>
    <dgm:cxn modelId="{388606C4-5158-4B82-A89F-0DFD3C801F61}" srcId="{9D45EF84-740D-471E-9C73-265F55F19ECD}" destId="{62D2A09F-373F-4E96-8C14-CC27AAC55F25}" srcOrd="1" destOrd="0" parTransId="{92D124B4-FB08-4DBF-ACAC-350CF79A8551}" sibTransId="{D8CE97FC-3A3F-4D8E-96AA-18E54021D4FE}"/>
    <dgm:cxn modelId="{07C50EEF-49A0-4AC2-83DD-5160886EB67E}" type="presParOf" srcId="{D3744E39-DCE2-4572-B2BD-AA1BCADD449D}" destId="{31566A38-8A54-457C-AE62-879BA93BEA21}" srcOrd="0" destOrd="0" presId="urn:microsoft.com/office/officeart/2018/5/layout/IconCircleLabelList"/>
    <dgm:cxn modelId="{2CA413E5-F2E4-4057-A87B-9AC85207AFF1}" type="presParOf" srcId="{31566A38-8A54-457C-AE62-879BA93BEA21}" destId="{0D7BBE55-0173-4736-BBD3-7253030E4FF1}" srcOrd="0" destOrd="0" presId="urn:microsoft.com/office/officeart/2018/5/layout/IconCircleLabelList"/>
    <dgm:cxn modelId="{00919837-DCA1-4630-BE4B-28D6B7AA3A20}" type="presParOf" srcId="{31566A38-8A54-457C-AE62-879BA93BEA21}" destId="{2E473711-C4AE-4558-A1B2-388869ECD6D7}" srcOrd="1" destOrd="0" presId="urn:microsoft.com/office/officeart/2018/5/layout/IconCircleLabelList"/>
    <dgm:cxn modelId="{C3E7C0A0-0E68-4378-BE57-60284F078573}" type="presParOf" srcId="{31566A38-8A54-457C-AE62-879BA93BEA21}" destId="{BE91F168-2CEE-4FCB-9C91-783365A328AF}" srcOrd="2" destOrd="0" presId="urn:microsoft.com/office/officeart/2018/5/layout/IconCircleLabelList"/>
    <dgm:cxn modelId="{2A17693E-D08C-475A-8C96-AE8A18266728}" type="presParOf" srcId="{31566A38-8A54-457C-AE62-879BA93BEA21}" destId="{CEBD0D4E-87AA-40B8-A077-310451FE3E41}" srcOrd="3" destOrd="0" presId="urn:microsoft.com/office/officeart/2018/5/layout/IconCircleLabelList"/>
    <dgm:cxn modelId="{9064D9A8-6176-40D9-A4CA-6627D7D7709E}" type="presParOf" srcId="{D3744E39-DCE2-4572-B2BD-AA1BCADD449D}" destId="{B46260A7-90CE-4BAC-9228-4FA4C9960B00}" srcOrd="1" destOrd="0" presId="urn:microsoft.com/office/officeart/2018/5/layout/IconCircleLabelList"/>
    <dgm:cxn modelId="{F146E3B6-93C1-41BF-AEA9-A5A23617483A}" type="presParOf" srcId="{D3744E39-DCE2-4572-B2BD-AA1BCADD449D}" destId="{97EA1A61-56AD-48EE-B48E-A92EBB159A95}" srcOrd="2" destOrd="0" presId="urn:microsoft.com/office/officeart/2018/5/layout/IconCircleLabelList"/>
    <dgm:cxn modelId="{03C878C2-FCD3-4B2E-BDF0-F89190AC54FB}" type="presParOf" srcId="{97EA1A61-56AD-48EE-B48E-A92EBB159A95}" destId="{C742F1A8-5D87-4A2F-844D-BA7848810A84}" srcOrd="0" destOrd="0" presId="urn:microsoft.com/office/officeart/2018/5/layout/IconCircleLabelList"/>
    <dgm:cxn modelId="{C1632CA5-2E02-47B4-B924-157AF66DE7D5}" type="presParOf" srcId="{97EA1A61-56AD-48EE-B48E-A92EBB159A95}" destId="{28AD144B-8C0D-46C7-887A-B0A7CB4BC13A}" srcOrd="1" destOrd="0" presId="urn:microsoft.com/office/officeart/2018/5/layout/IconCircleLabelList"/>
    <dgm:cxn modelId="{BDD73235-94D2-4C12-8211-0D144D3BC39E}" type="presParOf" srcId="{97EA1A61-56AD-48EE-B48E-A92EBB159A95}" destId="{456F13AE-62DD-4F2F-96F5-FEFCB3FC4265}" srcOrd="2" destOrd="0" presId="urn:microsoft.com/office/officeart/2018/5/layout/IconCircleLabelList"/>
    <dgm:cxn modelId="{9C37424D-B3CA-45DE-993D-6F2888D30F15}" type="presParOf" srcId="{97EA1A61-56AD-48EE-B48E-A92EBB159A95}" destId="{F69A5EBF-DBBD-4603-A934-03E75F3EF46E}" srcOrd="3" destOrd="0" presId="urn:microsoft.com/office/officeart/2018/5/layout/IconCircleLabelList"/>
    <dgm:cxn modelId="{647E086B-3DD8-4795-A9C9-53DB069A4DFC}" type="presParOf" srcId="{D3744E39-DCE2-4572-B2BD-AA1BCADD449D}" destId="{B6755081-6B29-4969-9DA4-808020CFADCC}" srcOrd="3" destOrd="0" presId="urn:microsoft.com/office/officeart/2018/5/layout/IconCircleLabelList"/>
    <dgm:cxn modelId="{F3279A66-5A42-4B0B-8344-5B4B5DC1EBE0}" type="presParOf" srcId="{D3744E39-DCE2-4572-B2BD-AA1BCADD449D}" destId="{36272959-E3F9-4346-BED1-77028CBB8791}" srcOrd="4" destOrd="0" presId="urn:microsoft.com/office/officeart/2018/5/layout/IconCircleLabelList"/>
    <dgm:cxn modelId="{847028A2-4B85-447C-9BEF-20BECFE8E1AF}" type="presParOf" srcId="{36272959-E3F9-4346-BED1-77028CBB8791}" destId="{BFEF7F53-D443-4E2F-ADCA-B6C9CD841706}" srcOrd="0" destOrd="0" presId="urn:microsoft.com/office/officeart/2018/5/layout/IconCircleLabelList"/>
    <dgm:cxn modelId="{89414DBE-7CE6-459B-9500-D3DD4DDB87D4}" type="presParOf" srcId="{36272959-E3F9-4346-BED1-77028CBB8791}" destId="{29E91C67-E2E2-448F-BAE1-3B1D6A3BBA4B}" srcOrd="1" destOrd="0" presId="urn:microsoft.com/office/officeart/2018/5/layout/IconCircleLabelList"/>
    <dgm:cxn modelId="{77304870-2851-4D44-B772-95D71F09C5B8}" type="presParOf" srcId="{36272959-E3F9-4346-BED1-77028CBB8791}" destId="{CDC14830-364E-4ECB-A0A8-2A615BEF8FFF}" srcOrd="2" destOrd="0" presId="urn:microsoft.com/office/officeart/2018/5/layout/IconCircleLabelList"/>
    <dgm:cxn modelId="{A053B9C8-B802-4EF7-B9E9-63E78C3852E9}" type="presParOf" srcId="{36272959-E3F9-4346-BED1-77028CBB8791}" destId="{AC171757-8027-4216-86C6-3C6429165276}" srcOrd="3" destOrd="0" presId="urn:microsoft.com/office/officeart/2018/5/layout/IconCircleLabelList"/>
    <dgm:cxn modelId="{B1AB74A9-4DFD-471D-B453-0AB3C619246A}" type="presParOf" srcId="{D3744E39-DCE2-4572-B2BD-AA1BCADD449D}" destId="{DFF61D2D-D2F5-4741-B92D-90479B9AD949}" srcOrd="5" destOrd="0" presId="urn:microsoft.com/office/officeart/2018/5/layout/IconCircleLabelList"/>
    <dgm:cxn modelId="{BB045BBC-827A-48E0-9BDA-8CC4DB30D851}" type="presParOf" srcId="{D3744E39-DCE2-4572-B2BD-AA1BCADD449D}" destId="{FBEB4532-961B-4930-B49C-B9271CD65BD6}" srcOrd="6" destOrd="0" presId="urn:microsoft.com/office/officeart/2018/5/layout/IconCircleLabelList"/>
    <dgm:cxn modelId="{FD7BE806-5A56-4F53-AF52-BD59C1BEE6B3}" type="presParOf" srcId="{FBEB4532-961B-4930-B49C-B9271CD65BD6}" destId="{33BF850E-C7B1-4D9B-A985-3771B57A14A3}" srcOrd="0" destOrd="0" presId="urn:microsoft.com/office/officeart/2018/5/layout/IconCircleLabelList"/>
    <dgm:cxn modelId="{A92C13C6-1CC5-4B66-BD45-346CD2D7AC59}" type="presParOf" srcId="{FBEB4532-961B-4930-B49C-B9271CD65BD6}" destId="{F739057C-7C51-4110-89FE-7F08FE8F851B}" srcOrd="1" destOrd="0" presId="urn:microsoft.com/office/officeart/2018/5/layout/IconCircleLabelList"/>
    <dgm:cxn modelId="{7A3F5D4B-E1B9-48FC-ACCF-C131B4912928}" type="presParOf" srcId="{FBEB4532-961B-4930-B49C-B9271CD65BD6}" destId="{DD795BF1-202C-4F5A-96CC-03C69786E1E9}" srcOrd="2" destOrd="0" presId="urn:microsoft.com/office/officeart/2018/5/layout/IconCircleLabelList"/>
    <dgm:cxn modelId="{B00568E1-4E40-4BC4-AB36-4E4F9E8A4427}" type="presParOf" srcId="{FBEB4532-961B-4930-B49C-B9271CD65BD6}" destId="{25FDAFEF-F242-4A08-AE1B-5F78AC9BC9E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8C55097-312D-4417-A243-4CAFEDFE08A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4357D3D-A051-4D9A-98CC-309565214302}">
      <dgm:prSet/>
      <dgm:spPr/>
      <dgm:t>
        <a:bodyPr/>
        <a:lstStyle/>
        <a:p>
          <a:r>
            <a:rPr lang="en-US" dirty="0"/>
            <a:t>Introduction to Lagrange </a:t>
          </a:r>
          <a:r>
            <a:rPr lang="en-US" dirty="0">
              <a:latin typeface="Aptos Display" panose="020F0302020204030204"/>
            </a:rPr>
            <a:t>Multiplier</a:t>
          </a:r>
          <a:endParaRPr lang="en-US" dirty="0"/>
        </a:p>
      </dgm:t>
    </dgm:pt>
    <dgm:pt modelId="{89CF60F3-D2BE-421B-A33B-C4B5A5761C38}" type="parTrans" cxnId="{A4FA0703-B086-43C4-AFE0-145460C4DA2E}">
      <dgm:prSet/>
      <dgm:spPr/>
      <dgm:t>
        <a:bodyPr/>
        <a:lstStyle/>
        <a:p>
          <a:endParaRPr lang="en-US"/>
        </a:p>
      </dgm:t>
    </dgm:pt>
    <dgm:pt modelId="{C3C95F48-1B26-4AC7-BC2E-8DEE655903FD}" type="sibTrans" cxnId="{A4FA0703-B086-43C4-AFE0-145460C4DA2E}">
      <dgm:prSet/>
      <dgm:spPr/>
      <dgm:t>
        <a:bodyPr/>
        <a:lstStyle/>
        <a:p>
          <a:endParaRPr lang="en-US"/>
        </a:p>
      </dgm:t>
    </dgm:pt>
    <dgm:pt modelId="{6F431E2F-AB4B-477F-BF48-A303D615BFC9}">
      <dgm:prSet/>
      <dgm:spPr/>
      <dgm:t>
        <a:bodyPr/>
        <a:lstStyle/>
        <a:p>
          <a:r>
            <a:rPr lang="en-US" dirty="0"/>
            <a:t>Theory and Mathematical Formulation</a:t>
          </a:r>
        </a:p>
      </dgm:t>
    </dgm:pt>
    <dgm:pt modelId="{2E1E3B71-2D12-461B-8E26-E311FD32025B}" type="parTrans" cxnId="{95E956DB-0AE1-4483-882A-C94B85782F14}">
      <dgm:prSet/>
      <dgm:spPr/>
      <dgm:t>
        <a:bodyPr/>
        <a:lstStyle/>
        <a:p>
          <a:endParaRPr lang="en-US"/>
        </a:p>
      </dgm:t>
    </dgm:pt>
    <dgm:pt modelId="{67485967-C780-4384-9752-22B880228422}" type="sibTrans" cxnId="{95E956DB-0AE1-4483-882A-C94B85782F14}">
      <dgm:prSet/>
      <dgm:spPr/>
      <dgm:t>
        <a:bodyPr/>
        <a:lstStyle/>
        <a:p>
          <a:endParaRPr lang="en-US"/>
        </a:p>
      </dgm:t>
    </dgm:pt>
    <dgm:pt modelId="{8FACEA3D-1346-44D2-B699-E1E5AB739D89}">
      <dgm:prSet/>
      <dgm:spPr/>
      <dgm:t>
        <a:bodyPr/>
        <a:lstStyle/>
        <a:p>
          <a:r>
            <a:rPr lang="en-US" dirty="0"/>
            <a:t>MATLAB &amp; Python Implementation Examples</a:t>
          </a:r>
        </a:p>
      </dgm:t>
    </dgm:pt>
    <dgm:pt modelId="{7029AF0C-36FE-4413-96EA-9D2F011E0346}" type="parTrans" cxnId="{128EFC91-2448-4968-8E81-AC4F8B4462F0}">
      <dgm:prSet/>
      <dgm:spPr/>
      <dgm:t>
        <a:bodyPr/>
        <a:lstStyle/>
        <a:p>
          <a:endParaRPr lang="en-US"/>
        </a:p>
      </dgm:t>
    </dgm:pt>
    <dgm:pt modelId="{55FD947E-4B7D-4FE8-9F81-6C08092BFDFD}" type="sibTrans" cxnId="{128EFC91-2448-4968-8E81-AC4F8B4462F0}">
      <dgm:prSet/>
      <dgm:spPr/>
      <dgm:t>
        <a:bodyPr/>
        <a:lstStyle/>
        <a:p>
          <a:endParaRPr lang="en-US"/>
        </a:p>
      </dgm:t>
    </dgm:pt>
    <dgm:pt modelId="{823F7B7C-8255-4654-B72B-155E8F3752B2}" type="pres">
      <dgm:prSet presAssocID="{E8C55097-312D-4417-A243-4CAFEDFE08A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F5D3885-5E6E-4CE6-AEDD-D62E9A6A1DD3}" type="pres">
      <dgm:prSet presAssocID="{04357D3D-A051-4D9A-98CC-309565214302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6F7D72-3616-4BEE-A04F-0CC7AF4417FA}" type="pres">
      <dgm:prSet presAssocID="{C3C95F48-1B26-4AC7-BC2E-8DEE655903FD}" presName="spacer" presStyleCnt="0"/>
      <dgm:spPr/>
    </dgm:pt>
    <dgm:pt modelId="{5A277847-0B57-407B-85F6-DE1DD3E0D433}" type="pres">
      <dgm:prSet presAssocID="{6F431E2F-AB4B-477F-BF48-A303D615BFC9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E7E2F6-7FA7-4DB5-A6A2-C29DBCAC1B4E}" type="pres">
      <dgm:prSet presAssocID="{67485967-C780-4384-9752-22B880228422}" presName="spacer" presStyleCnt="0"/>
      <dgm:spPr/>
    </dgm:pt>
    <dgm:pt modelId="{8ED19297-9C13-41C7-AA7C-256C697CF228}" type="pres">
      <dgm:prSet presAssocID="{8FACEA3D-1346-44D2-B699-E1E5AB739D89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5BB4BF2-CAF8-4EF2-8794-21560B324E96}" type="presOf" srcId="{8FACEA3D-1346-44D2-B699-E1E5AB739D89}" destId="{8ED19297-9C13-41C7-AA7C-256C697CF228}" srcOrd="0" destOrd="0" presId="urn:microsoft.com/office/officeart/2005/8/layout/vList2"/>
    <dgm:cxn modelId="{D51EA795-3A61-416D-A50F-54A7B394CC30}" type="presOf" srcId="{04357D3D-A051-4D9A-98CC-309565214302}" destId="{9F5D3885-5E6E-4CE6-AEDD-D62E9A6A1DD3}" srcOrd="0" destOrd="0" presId="urn:microsoft.com/office/officeart/2005/8/layout/vList2"/>
    <dgm:cxn modelId="{A4FA0703-B086-43C4-AFE0-145460C4DA2E}" srcId="{E8C55097-312D-4417-A243-4CAFEDFE08A6}" destId="{04357D3D-A051-4D9A-98CC-309565214302}" srcOrd="0" destOrd="0" parTransId="{89CF60F3-D2BE-421B-A33B-C4B5A5761C38}" sibTransId="{C3C95F48-1B26-4AC7-BC2E-8DEE655903FD}"/>
    <dgm:cxn modelId="{607442FF-3BDF-4E90-A75F-17D9DAE9211B}" type="presOf" srcId="{E8C55097-312D-4417-A243-4CAFEDFE08A6}" destId="{823F7B7C-8255-4654-B72B-155E8F3752B2}" srcOrd="0" destOrd="0" presId="urn:microsoft.com/office/officeart/2005/8/layout/vList2"/>
    <dgm:cxn modelId="{84247FBC-E50F-4BB0-BEA8-6912DCA3C1E9}" type="presOf" srcId="{6F431E2F-AB4B-477F-BF48-A303D615BFC9}" destId="{5A277847-0B57-407B-85F6-DE1DD3E0D433}" srcOrd="0" destOrd="0" presId="urn:microsoft.com/office/officeart/2005/8/layout/vList2"/>
    <dgm:cxn modelId="{95E956DB-0AE1-4483-882A-C94B85782F14}" srcId="{E8C55097-312D-4417-A243-4CAFEDFE08A6}" destId="{6F431E2F-AB4B-477F-BF48-A303D615BFC9}" srcOrd="1" destOrd="0" parTransId="{2E1E3B71-2D12-461B-8E26-E311FD32025B}" sibTransId="{67485967-C780-4384-9752-22B880228422}"/>
    <dgm:cxn modelId="{128EFC91-2448-4968-8E81-AC4F8B4462F0}" srcId="{E8C55097-312D-4417-A243-4CAFEDFE08A6}" destId="{8FACEA3D-1346-44D2-B699-E1E5AB739D89}" srcOrd="2" destOrd="0" parTransId="{7029AF0C-36FE-4413-96EA-9D2F011E0346}" sibTransId="{55FD947E-4B7D-4FE8-9F81-6C08092BFDFD}"/>
    <dgm:cxn modelId="{261329FB-BD18-4C99-B2BF-20C2128054F2}" type="presParOf" srcId="{823F7B7C-8255-4654-B72B-155E8F3752B2}" destId="{9F5D3885-5E6E-4CE6-AEDD-D62E9A6A1DD3}" srcOrd="0" destOrd="0" presId="urn:microsoft.com/office/officeart/2005/8/layout/vList2"/>
    <dgm:cxn modelId="{2ED29FB5-C540-40C1-9515-8F272FE21A87}" type="presParOf" srcId="{823F7B7C-8255-4654-B72B-155E8F3752B2}" destId="{D96F7D72-3616-4BEE-A04F-0CC7AF4417FA}" srcOrd="1" destOrd="0" presId="urn:microsoft.com/office/officeart/2005/8/layout/vList2"/>
    <dgm:cxn modelId="{63397CF2-548B-4180-A3B3-8979414C2BC2}" type="presParOf" srcId="{823F7B7C-8255-4654-B72B-155E8F3752B2}" destId="{5A277847-0B57-407B-85F6-DE1DD3E0D433}" srcOrd="2" destOrd="0" presId="urn:microsoft.com/office/officeart/2005/8/layout/vList2"/>
    <dgm:cxn modelId="{C15057EA-259A-43E7-B9C9-2985CF550AFB}" type="presParOf" srcId="{823F7B7C-8255-4654-B72B-155E8F3752B2}" destId="{ECE7E2F6-7FA7-4DB5-A6A2-C29DBCAC1B4E}" srcOrd="3" destOrd="0" presId="urn:microsoft.com/office/officeart/2005/8/layout/vList2"/>
    <dgm:cxn modelId="{F7837954-B40A-4618-B75F-04007904B647}" type="presParOf" srcId="{823F7B7C-8255-4654-B72B-155E8F3752B2}" destId="{8ED19297-9C13-41C7-AA7C-256C697CF22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06768E-E19A-47DE-8065-6B4ACD752E9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4663526-BF52-4F4F-9A47-AB343929D7CA}">
      <dgm:prSet/>
      <dgm:spPr/>
      <dgm:t>
        <a:bodyPr/>
        <a:lstStyle/>
        <a:p>
          <a:pPr>
            <a:defRPr cap="all"/>
          </a:pPr>
          <a:r>
            <a:rPr lang="en-US"/>
            <a:t>Concept of Gradient Descent</a:t>
          </a:r>
        </a:p>
      </dgm:t>
    </dgm:pt>
    <dgm:pt modelId="{65349B97-8B1E-4FB4-8ED3-E535AFEEAA09}" type="parTrans" cxnId="{992EC1FB-9F78-49C8-8713-F87942EFD176}">
      <dgm:prSet/>
      <dgm:spPr/>
      <dgm:t>
        <a:bodyPr/>
        <a:lstStyle/>
        <a:p>
          <a:endParaRPr lang="en-US"/>
        </a:p>
      </dgm:t>
    </dgm:pt>
    <dgm:pt modelId="{6F20362F-523C-4496-BC4D-D965B48192F3}" type="sibTrans" cxnId="{992EC1FB-9F78-49C8-8713-F87942EFD176}">
      <dgm:prSet/>
      <dgm:spPr/>
      <dgm:t>
        <a:bodyPr/>
        <a:lstStyle/>
        <a:p>
          <a:endParaRPr lang="en-US"/>
        </a:p>
      </dgm:t>
    </dgm:pt>
    <dgm:pt modelId="{A0E5375D-8FFB-4283-8624-DB6925B7C7A5}">
      <dgm:prSet/>
      <dgm:spPr/>
      <dgm:t>
        <a:bodyPr/>
        <a:lstStyle/>
        <a:p>
          <a:pPr>
            <a:defRPr cap="all"/>
          </a:pPr>
          <a:r>
            <a:rPr lang="en-US"/>
            <a:t>Single-variable Optimization</a:t>
          </a:r>
        </a:p>
      </dgm:t>
    </dgm:pt>
    <dgm:pt modelId="{F5A02EAA-E646-454A-A932-0E2BCCF4F6D6}" type="parTrans" cxnId="{ED4C4923-9BC3-4B32-9290-CDF380ABE3B6}">
      <dgm:prSet/>
      <dgm:spPr/>
      <dgm:t>
        <a:bodyPr/>
        <a:lstStyle/>
        <a:p>
          <a:endParaRPr lang="en-US"/>
        </a:p>
      </dgm:t>
    </dgm:pt>
    <dgm:pt modelId="{1EF31FC0-771E-4D15-B9F3-1E1FA0B82B5E}" type="sibTrans" cxnId="{ED4C4923-9BC3-4B32-9290-CDF380ABE3B6}">
      <dgm:prSet/>
      <dgm:spPr/>
      <dgm:t>
        <a:bodyPr/>
        <a:lstStyle/>
        <a:p>
          <a:endParaRPr lang="en-US"/>
        </a:p>
      </dgm:t>
    </dgm:pt>
    <dgm:pt modelId="{5D2374ED-2071-4DA7-A52D-53BBD404C2EB}">
      <dgm:prSet/>
      <dgm:spPr/>
      <dgm:t>
        <a:bodyPr/>
        <a:lstStyle/>
        <a:p>
          <a:pPr>
            <a:defRPr cap="all"/>
          </a:pPr>
          <a:r>
            <a:rPr lang="en-US"/>
            <a:t>Multi-variable Optimization</a:t>
          </a:r>
        </a:p>
      </dgm:t>
    </dgm:pt>
    <dgm:pt modelId="{ADA9B8ED-0504-42DD-BB94-668973679BB8}" type="parTrans" cxnId="{91A81ED5-6D1A-4280-A5EC-5E1343DB8C2C}">
      <dgm:prSet/>
      <dgm:spPr/>
      <dgm:t>
        <a:bodyPr/>
        <a:lstStyle/>
        <a:p>
          <a:endParaRPr lang="en-US"/>
        </a:p>
      </dgm:t>
    </dgm:pt>
    <dgm:pt modelId="{40577DEE-56E0-4087-9C1D-FF75B8E88580}" type="sibTrans" cxnId="{91A81ED5-6D1A-4280-A5EC-5E1343DB8C2C}">
      <dgm:prSet/>
      <dgm:spPr/>
      <dgm:t>
        <a:bodyPr/>
        <a:lstStyle/>
        <a:p>
          <a:endParaRPr lang="en-US"/>
        </a:p>
      </dgm:t>
    </dgm:pt>
    <dgm:pt modelId="{337BE82F-A63A-4FC1-A4DF-8532B9AC861F}">
      <dgm:prSet/>
      <dgm:spPr/>
      <dgm:t>
        <a:bodyPr/>
        <a:lstStyle/>
        <a:p>
          <a:pPr>
            <a:defRPr cap="all"/>
          </a:pPr>
          <a:r>
            <a:rPr lang="en-US"/>
            <a:t>Implementation in Python &amp; MATLAB</a:t>
          </a:r>
        </a:p>
      </dgm:t>
    </dgm:pt>
    <dgm:pt modelId="{F2DB5869-339E-4682-BDDD-5FFAC3ABB2E0}" type="parTrans" cxnId="{667FD11A-4DB6-488D-8D46-B6549C4670A7}">
      <dgm:prSet/>
      <dgm:spPr/>
      <dgm:t>
        <a:bodyPr/>
        <a:lstStyle/>
        <a:p>
          <a:endParaRPr lang="en-US"/>
        </a:p>
      </dgm:t>
    </dgm:pt>
    <dgm:pt modelId="{75F4212A-D370-499B-9136-A810D41FCDFE}" type="sibTrans" cxnId="{667FD11A-4DB6-488D-8D46-B6549C4670A7}">
      <dgm:prSet/>
      <dgm:spPr/>
      <dgm:t>
        <a:bodyPr/>
        <a:lstStyle/>
        <a:p>
          <a:endParaRPr lang="en-US"/>
        </a:p>
      </dgm:t>
    </dgm:pt>
    <dgm:pt modelId="{080CB88C-E45C-4817-8EF1-D1AAF5D5EFB3}" type="pres">
      <dgm:prSet presAssocID="{3D06768E-E19A-47DE-8065-6B4ACD752E9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EE0BA89-F38B-46E9-ABB9-AACAA1C3D5B6}" type="pres">
      <dgm:prSet presAssocID="{04663526-BF52-4F4F-9A47-AB343929D7CA}" presName="compNode" presStyleCnt="0"/>
      <dgm:spPr/>
    </dgm:pt>
    <dgm:pt modelId="{D000C8CF-94AF-410B-BF9D-696913C2F82B}" type="pres">
      <dgm:prSet presAssocID="{04663526-BF52-4F4F-9A47-AB343929D7CA}" presName="iconBgRect" presStyleLbl="bgShp" presStyleIdx="0" presStyleCnt="4"/>
      <dgm:spPr/>
    </dgm:pt>
    <dgm:pt modelId="{0B33D850-DA42-4212-8736-B62AFEB2C4C2}" type="pres">
      <dgm:prSet presAssocID="{04663526-BF52-4F4F-9A47-AB343929D7C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heckmark"/>
        </a:ext>
      </dgm:extLst>
    </dgm:pt>
    <dgm:pt modelId="{C9499C7B-9BC2-4C77-BC18-71AC5B385B2D}" type="pres">
      <dgm:prSet presAssocID="{04663526-BF52-4F4F-9A47-AB343929D7CA}" presName="spaceRect" presStyleCnt="0"/>
      <dgm:spPr/>
    </dgm:pt>
    <dgm:pt modelId="{C42A6420-D8EC-40AC-A983-DB9E0E739627}" type="pres">
      <dgm:prSet presAssocID="{04663526-BF52-4F4F-9A47-AB343929D7CA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256AC9B4-27DE-4247-A3DF-E2937C3F4858}" type="pres">
      <dgm:prSet presAssocID="{6F20362F-523C-4496-BC4D-D965B48192F3}" presName="sibTrans" presStyleCnt="0"/>
      <dgm:spPr/>
    </dgm:pt>
    <dgm:pt modelId="{F69A7FCE-45AE-454E-AFB1-CC736403E005}" type="pres">
      <dgm:prSet presAssocID="{A0E5375D-8FFB-4283-8624-DB6925B7C7A5}" presName="compNode" presStyleCnt="0"/>
      <dgm:spPr/>
    </dgm:pt>
    <dgm:pt modelId="{DCD55758-6410-4440-87F6-B14DDA3F357F}" type="pres">
      <dgm:prSet presAssocID="{A0E5375D-8FFB-4283-8624-DB6925B7C7A5}" presName="iconBgRect" presStyleLbl="bgShp" presStyleIdx="1" presStyleCnt="4"/>
      <dgm:spPr/>
    </dgm:pt>
    <dgm:pt modelId="{9D58DD26-CE82-492A-B56E-121018452B82}" type="pres">
      <dgm:prSet presAssocID="{A0E5375D-8FFB-4283-8624-DB6925B7C7A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Gears"/>
        </a:ext>
      </dgm:extLst>
    </dgm:pt>
    <dgm:pt modelId="{DD22BEFE-A206-4ADE-85B6-E1B2382F5A4B}" type="pres">
      <dgm:prSet presAssocID="{A0E5375D-8FFB-4283-8624-DB6925B7C7A5}" presName="spaceRect" presStyleCnt="0"/>
      <dgm:spPr/>
    </dgm:pt>
    <dgm:pt modelId="{0D323524-D01C-4BED-88AE-D2F12BDD81FD}" type="pres">
      <dgm:prSet presAssocID="{A0E5375D-8FFB-4283-8624-DB6925B7C7A5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6C227E1-0A93-4123-951D-330F9EF08832}" type="pres">
      <dgm:prSet presAssocID="{1EF31FC0-771E-4D15-B9F3-1E1FA0B82B5E}" presName="sibTrans" presStyleCnt="0"/>
      <dgm:spPr/>
    </dgm:pt>
    <dgm:pt modelId="{5F009369-3157-4792-9090-53F5F9AFB67C}" type="pres">
      <dgm:prSet presAssocID="{5D2374ED-2071-4DA7-A52D-53BBD404C2EB}" presName="compNode" presStyleCnt="0"/>
      <dgm:spPr/>
    </dgm:pt>
    <dgm:pt modelId="{D46176BA-D080-435D-B901-35201B0F5918}" type="pres">
      <dgm:prSet presAssocID="{5D2374ED-2071-4DA7-A52D-53BBD404C2EB}" presName="iconBgRect" presStyleLbl="bgShp" presStyleIdx="2" presStyleCnt="4"/>
      <dgm:spPr/>
    </dgm:pt>
    <dgm:pt modelId="{75CC6F54-3F81-4A2B-8954-D839FCBBA4AB}" type="pres">
      <dgm:prSet presAssocID="{5D2374ED-2071-4DA7-A52D-53BBD404C2E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Document"/>
        </a:ext>
      </dgm:extLst>
    </dgm:pt>
    <dgm:pt modelId="{9148FBD6-633D-4816-8AD9-F0B419F44648}" type="pres">
      <dgm:prSet presAssocID="{5D2374ED-2071-4DA7-A52D-53BBD404C2EB}" presName="spaceRect" presStyleCnt="0"/>
      <dgm:spPr/>
    </dgm:pt>
    <dgm:pt modelId="{CFE3EA42-70BC-4220-8025-641F2BBC1536}" type="pres">
      <dgm:prSet presAssocID="{5D2374ED-2071-4DA7-A52D-53BBD404C2EB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76A2BAC8-A248-4426-80F7-DE1DE2B184F2}" type="pres">
      <dgm:prSet presAssocID="{40577DEE-56E0-4087-9C1D-FF75B8E88580}" presName="sibTrans" presStyleCnt="0"/>
      <dgm:spPr/>
    </dgm:pt>
    <dgm:pt modelId="{C2B20F94-91EB-4E3E-8F3D-0541FFD2E6F1}" type="pres">
      <dgm:prSet presAssocID="{337BE82F-A63A-4FC1-A4DF-8532B9AC861F}" presName="compNode" presStyleCnt="0"/>
      <dgm:spPr/>
    </dgm:pt>
    <dgm:pt modelId="{A07930A6-1108-4DA8-BC01-F21F226DAF98}" type="pres">
      <dgm:prSet presAssocID="{337BE82F-A63A-4FC1-A4DF-8532B9AC861F}" presName="iconBgRect" presStyleLbl="bgShp" presStyleIdx="3" presStyleCnt="4"/>
      <dgm:spPr/>
    </dgm:pt>
    <dgm:pt modelId="{4C1B32A8-A801-4F4E-87FB-2EF827AE60A0}" type="pres">
      <dgm:prSet presAssocID="{337BE82F-A63A-4FC1-A4DF-8532B9AC86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omputer"/>
        </a:ext>
      </dgm:extLst>
    </dgm:pt>
    <dgm:pt modelId="{25EB68D9-1392-4FB5-985C-BADF6C208350}" type="pres">
      <dgm:prSet presAssocID="{337BE82F-A63A-4FC1-A4DF-8532B9AC861F}" presName="spaceRect" presStyleCnt="0"/>
      <dgm:spPr/>
    </dgm:pt>
    <dgm:pt modelId="{8485D254-488C-4787-A6CE-BA4D9D316949}" type="pres">
      <dgm:prSet presAssocID="{337BE82F-A63A-4FC1-A4DF-8532B9AC861F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2EC1FB-9F78-49C8-8713-F87942EFD176}" srcId="{3D06768E-E19A-47DE-8065-6B4ACD752E9B}" destId="{04663526-BF52-4F4F-9A47-AB343929D7CA}" srcOrd="0" destOrd="0" parTransId="{65349B97-8B1E-4FB4-8ED3-E535AFEEAA09}" sibTransId="{6F20362F-523C-4496-BC4D-D965B48192F3}"/>
    <dgm:cxn modelId="{9F5DB64C-6577-42D8-A563-0B29D37B5DDE}" type="presOf" srcId="{A0E5375D-8FFB-4283-8624-DB6925B7C7A5}" destId="{0D323524-D01C-4BED-88AE-D2F12BDD81FD}" srcOrd="0" destOrd="0" presId="urn:microsoft.com/office/officeart/2018/5/layout/IconCircleLabelList"/>
    <dgm:cxn modelId="{667FD11A-4DB6-488D-8D46-B6549C4670A7}" srcId="{3D06768E-E19A-47DE-8065-6B4ACD752E9B}" destId="{337BE82F-A63A-4FC1-A4DF-8532B9AC861F}" srcOrd="3" destOrd="0" parTransId="{F2DB5869-339E-4682-BDDD-5FFAC3ABB2E0}" sibTransId="{75F4212A-D370-499B-9136-A810D41FCDFE}"/>
    <dgm:cxn modelId="{32A968AB-9D29-4CAA-B8BD-CFFDD2B5D593}" type="presOf" srcId="{5D2374ED-2071-4DA7-A52D-53BBD404C2EB}" destId="{CFE3EA42-70BC-4220-8025-641F2BBC1536}" srcOrd="0" destOrd="0" presId="urn:microsoft.com/office/officeart/2018/5/layout/IconCircleLabelList"/>
    <dgm:cxn modelId="{9FDB6352-E5AF-4259-BBEF-11C9C7F3E184}" type="presOf" srcId="{3D06768E-E19A-47DE-8065-6B4ACD752E9B}" destId="{080CB88C-E45C-4817-8EF1-D1AAF5D5EFB3}" srcOrd="0" destOrd="0" presId="urn:microsoft.com/office/officeart/2018/5/layout/IconCircleLabelList"/>
    <dgm:cxn modelId="{ED4C4923-9BC3-4B32-9290-CDF380ABE3B6}" srcId="{3D06768E-E19A-47DE-8065-6B4ACD752E9B}" destId="{A0E5375D-8FFB-4283-8624-DB6925B7C7A5}" srcOrd="1" destOrd="0" parTransId="{F5A02EAA-E646-454A-A932-0E2BCCF4F6D6}" sibTransId="{1EF31FC0-771E-4D15-B9F3-1E1FA0B82B5E}"/>
    <dgm:cxn modelId="{13B62A29-5321-42E5-9879-F0F5A7DC8587}" type="presOf" srcId="{04663526-BF52-4F4F-9A47-AB343929D7CA}" destId="{C42A6420-D8EC-40AC-A983-DB9E0E739627}" srcOrd="0" destOrd="0" presId="urn:microsoft.com/office/officeart/2018/5/layout/IconCircleLabelList"/>
    <dgm:cxn modelId="{12EF9B7D-E1E4-458B-9456-63AB5DA9F799}" type="presOf" srcId="{337BE82F-A63A-4FC1-A4DF-8532B9AC861F}" destId="{8485D254-488C-4787-A6CE-BA4D9D316949}" srcOrd="0" destOrd="0" presId="urn:microsoft.com/office/officeart/2018/5/layout/IconCircleLabelList"/>
    <dgm:cxn modelId="{91A81ED5-6D1A-4280-A5EC-5E1343DB8C2C}" srcId="{3D06768E-E19A-47DE-8065-6B4ACD752E9B}" destId="{5D2374ED-2071-4DA7-A52D-53BBD404C2EB}" srcOrd="2" destOrd="0" parTransId="{ADA9B8ED-0504-42DD-BB94-668973679BB8}" sibTransId="{40577DEE-56E0-4087-9C1D-FF75B8E88580}"/>
    <dgm:cxn modelId="{FDA77FBE-5141-43D6-9513-DD0DE1903C12}" type="presParOf" srcId="{080CB88C-E45C-4817-8EF1-D1AAF5D5EFB3}" destId="{DEE0BA89-F38B-46E9-ABB9-AACAA1C3D5B6}" srcOrd="0" destOrd="0" presId="urn:microsoft.com/office/officeart/2018/5/layout/IconCircleLabelList"/>
    <dgm:cxn modelId="{BC0494C0-83B8-4A74-A9CE-09FC7388BBCA}" type="presParOf" srcId="{DEE0BA89-F38B-46E9-ABB9-AACAA1C3D5B6}" destId="{D000C8CF-94AF-410B-BF9D-696913C2F82B}" srcOrd="0" destOrd="0" presId="urn:microsoft.com/office/officeart/2018/5/layout/IconCircleLabelList"/>
    <dgm:cxn modelId="{9CE0D931-1C3A-49D6-9835-94068F2FC713}" type="presParOf" srcId="{DEE0BA89-F38B-46E9-ABB9-AACAA1C3D5B6}" destId="{0B33D850-DA42-4212-8736-B62AFEB2C4C2}" srcOrd="1" destOrd="0" presId="urn:microsoft.com/office/officeart/2018/5/layout/IconCircleLabelList"/>
    <dgm:cxn modelId="{A104BC1B-CB9B-42DB-9669-A4659C544865}" type="presParOf" srcId="{DEE0BA89-F38B-46E9-ABB9-AACAA1C3D5B6}" destId="{C9499C7B-9BC2-4C77-BC18-71AC5B385B2D}" srcOrd="2" destOrd="0" presId="urn:microsoft.com/office/officeart/2018/5/layout/IconCircleLabelList"/>
    <dgm:cxn modelId="{58EBE809-22CE-4735-B86D-BCE6BD4878F6}" type="presParOf" srcId="{DEE0BA89-F38B-46E9-ABB9-AACAA1C3D5B6}" destId="{C42A6420-D8EC-40AC-A983-DB9E0E739627}" srcOrd="3" destOrd="0" presId="urn:microsoft.com/office/officeart/2018/5/layout/IconCircleLabelList"/>
    <dgm:cxn modelId="{5B514ABA-A43A-42C5-A0FF-9EAED0F95843}" type="presParOf" srcId="{080CB88C-E45C-4817-8EF1-D1AAF5D5EFB3}" destId="{256AC9B4-27DE-4247-A3DF-E2937C3F4858}" srcOrd="1" destOrd="0" presId="urn:microsoft.com/office/officeart/2018/5/layout/IconCircleLabelList"/>
    <dgm:cxn modelId="{B836F64E-C259-4021-A8FC-EBE02EF45601}" type="presParOf" srcId="{080CB88C-E45C-4817-8EF1-D1AAF5D5EFB3}" destId="{F69A7FCE-45AE-454E-AFB1-CC736403E005}" srcOrd="2" destOrd="0" presId="urn:microsoft.com/office/officeart/2018/5/layout/IconCircleLabelList"/>
    <dgm:cxn modelId="{3A994D62-A9CE-4B46-84C0-31640991DAAE}" type="presParOf" srcId="{F69A7FCE-45AE-454E-AFB1-CC736403E005}" destId="{DCD55758-6410-4440-87F6-B14DDA3F357F}" srcOrd="0" destOrd="0" presId="urn:microsoft.com/office/officeart/2018/5/layout/IconCircleLabelList"/>
    <dgm:cxn modelId="{411D9CBC-4014-4DD6-9C1D-DFE316C656A7}" type="presParOf" srcId="{F69A7FCE-45AE-454E-AFB1-CC736403E005}" destId="{9D58DD26-CE82-492A-B56E-121018452B82}" srcOrd="1" destOrd="0" presId="urn:microsoft.com/office/officeart/2018/5/layout/IconCircleLabelList"/>
    <dgm:cxn modelId="{8DA7E88B-4714-4FD0-B624-67EB30F404F5}" type="presParOf" srcId="{F69A7FCE-45AE-454E-AFB1-CC736403E005}" destId="{DD22BEFE-A206-4ADE-85B6-E1B2382F5A4B}" srcOrd="2" destOrd="0" presId="urn:microsoft.com/office/officeart/2018/5/layout/IconCircleLabelList"/>
    <dgm:cxn modelId="{D890A238-1E17-4DEA-9E9B-024F6AFFA24E}" type="presParOf" srcId="{F69A7FCE-45AE-454E-AFB1-CC736403E005}" destId="{0D323524-D01C-4BED-88AE-D2F12BDD81FD}" srcOrd="3" destOrd="0" presId="urn:microsoft.com/office/officeart/2018/5/layout/IconCircleLabelList"/>
    <dgm:cxn modelId="{3398ECA4-105E-4BC6-9395-A5E234A002E5}" type="presParOf" srcId="{080CB88C-E45C-4817-8EF1-D1AAF5D5EFB3}" destId="{F6C227E1-0A93-4123-951D-330F9EF08832}" srcOrd="3" destOrd="0" presId="urn:microsoft.com/office/officeart/2018/5/layout/IconCircleLabelList"/>
    <dgm:cxn modelId="{9496AA81-078C-44FF-9FA6-8A809B7B3BDE}" type="presParOf" srcId="{080CB88C-E45C-4817-8EF1-D1AAF5D5EFB3}" destId="{5F009369-3157-4792-9090-53F5F9AFB67C}" srcOrd="4" destOrd="0" presId="urn:microsoft.com/office/officeart/2018/5/layout/IconCircleLabelList"/>
    <dgm:cxn modelId="{59D381DE-ABC8-4B49-95B1-72F7AB2C453F}" type="presParOf" srcId="{5F009369-3157-4792-9090-53F5F9AFB67C}" destId="{D46176BA-D080-435D-B901-35201B0F5918}" srcOrd="0" destOrd="0" presId="urn:microsoft.com/office/officeart/2018/5/layout/IconCircleLabelList"/>
    <dgm:cxn modelId="{F083269A-14DC-4170-BF64-F476D9D357D3}" type="presParOf" srcId="{5F009369-3157-4792-9090-53F5F9AFB67C}" destId="{75CC6F54-3F81-4A2B-8954-D839FCBBA4AB}" srcOrd="1" destOrd="0" presId="urn:microsoft.com/office/officeart/2018/5/layout/IconCircleLabelList"/>
    <dgm:cxn modelId="{3617AEB1-3F7B-4A2A-BC97-23FFEFEDFF5D}" type="presParOf" srcId="{5F009369-3157-4792-9090-53F5F9AFB67C}" destId="{9148FBD6-633D-4816-8AD9-F0B419F44648}" srcOrd="2" destOrd="0" presId="urn:microsoft.com/office/officeart/2018/5/layout/IconCircleLabelList"/>
    <dgm:cxn modelId="{62E18873-52B2-4F82-A82B-56E933C04174}" type="presParOf" srcId="{5F009369-3157-4792-9090-53F5F9AFB67C}" destId="{CFE3EA42-70BC-4220-8025-641F2BBC1536}" srcOrd="3" destOrd="0" presId="urn:microsoft.com/office/officeart/2018/5/layout/IconCircleLabelList"/>
    <dgm:cxn modelId="{BCB354AF-1B4E-4F2B-8EC8-138DE1BE5D24}" type="presParOf" srcId="{080CB88C-E45C-4817-8EF1-D1AAF5D5EFB3}" destId="{76A2BAC8-A248-4426-80F7-DE1DE2B184F2}" srcOrd="5" destOrd="0" presId="urn:microsoft.com/office/officeart/2018/5/layout/IconCircleLabelList"/>
    <dgm:cxn modelId="{883CD782-5323-41E8-9701-30551A8E5416}" type="presParOf" srcId="{080CB88C-E45C-4817-8EF1-D1AAF5D5EFB3}" destId="{C2B20F94-91EB-4E3E-8F3D-0541FFD2E6F1}" srcOrd="6" destOrd="0" presId="urn:microsoft.com/office/officeart/2018/5/layout/IconCircleLabelList"/>
    <dgm:cxn modelId="{9D6C9B0E-8AD3-462B-B432-97000B5DB204}" type="presParOf" srcId="{C2B20F94-91EB-4E3E-8F3D-0541FFD2E6F1}" destId="{A07930A6-1108-4DA8-BC01-F21F226DAF98}" srcOrd="0" destOrd="0" presId="urn:microsoft.com/office/officeart/2018/5/layout/IconCircleLabelList"/>
    <dgm:cxn modelId="{F6E19DEA-A0D0-4B9B-88CC-9F4AF70C2856}" type="presParOf" srcId="{C2B20F94-91EB-4E3E-8F3D-0541FFD2E6F1}" destId="{4C1B32A8-A801-4F4E-87FB-2EF827AE60A0}" srcOrd="1" destOrd="0" presId="urn:microsoft.com/office/officeart/2018/5/layout/IconCircleLabelList"/>
    <dgm:cxn modelId="{F37D6910-D912-4657-A2CB-AE28F430410E}" type="presParOf" srcId="{C2B20F94-91EB-4E3E-8F3D-0541FFD2E6F1}" destId="{25EB68D9-1392-4FB5-985C-BADF6C208350}" srcOrd="2" destOrd="0" presId="urn:microsoft.com/office/officeart/2018/5/layout/IconCircleLabelList"/>
    <dgm:cxn modelId="{7E608C89-64AA-4C92-86BD-1B9C431034B1}" type="presParOf" srcId="{C2B20F94-91EB-4E3E-8F3D-0541FFD2E6F1}" destId="{8485D254-488C-4787-A6CE-BA4D9D31694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4E7065-903E-4159-AC89-9EE7EFC9C3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911DF36-1EBA-4956-9ADE-F45497F2BD9D}">
      <dgm:prSet/>
      <dgm:spPr/>
      <dgm:t>
        <a:bodyPr/>
        <a:lstStyle/>
        <a:p>
          <a:r>
            <a:rPr lang="en-US"/>
            <a:t>Power System Operation and Control</a:t>
          </a:r>
        </a:p>
      </dgm:t>
    </dgm:pt>
    <dgm:pt modelId="{813984E2-5E1C-4097-9240-DFC33CB2A617}" type="parTrans" cxnId="{599409CD-5E40-4DB6-B6FF-034D50DABACF}">
      <dgm:prSet/>
      <dgm:spPr/>
      <dgm:t>
        <a:bodyPr/>
        <a:lstStyle/>
        <a:p>
          <a:endParaRPr lang="en-US"/>
        </a:p>
      </dgm:t>
    </dgm:pt>
    <dgm:pt modelId="{17CC9FCB-635B-4B9C-991C-8F8C0FB016B2}" type="sibTrans" cxnId="{599409CD-5E40-4DB6-B6FF-034D50DABACF}">
      <dgm:prSet/>
      <dgm:spPr/>
      <dgm:t>
        <a:bodyPr/>
        <a:lstStyle/>
        <a:p>
          <a:endParaRPr lang="en-US"/>
        </a:p>
      </dgm:t>
    </dgm:pt>
    <dgm:pt modelId="{672A160A-1FD8-4B02-BA98-5188BFCA6448}">
      <dgm:prSet/>
      <dgm:spPr/>
      <dgm:t>
        <a:bodyPr/>
        <a:lstStyle/>
        <a:p>
          <a:r>
            <a:rPr lang="en-US"/>
            <a:t>Agriculture</a:t>
          </a:r>
        </a:p>
      </dgm:t>
    </dgm:pt>
    <dgm:pt modelId="{6451CBD9-F9DE-4C86-8052-CFC6D130EB02}" type="parTrans" cxnId="{392B29F6-B23C-4640-8471-5610CCD196DD}">
      <dgm:prSet/>
      <dgm:spPr/>
      <dgm:t>
        <a:bodyPr/>
        <a:lstStyle/>
        <a:p>
          <a:endParaRPr lang="en-US"/>
        </a:p>
      </dgm:t>
    </dgm:pt>
    <dgm:pt modelId="{09B0F0DD-26D5-4EA5-8225-F29375E0F1E0}" type="sibTrans" cxnId="{392B29F6-B23C-4640-8471-5610CCD196DD}">
      <dgm:prSet/>
      <dgm:spPr/>
      <dgm:t>
        <a:bodyPr/>
        <a:lstStyle/>
        <a:p>
          <a:endParaRPr lang="en-US"/>
        </a:p>
      </dgm:t>
    </dgm:pt>
    <dgm:pt modelId="{F72FAA83-BA34-4E27-94E8-172D0BACED96}">
      <dgm:prSet/>
      <dgm:spPr/>
      <dgm:t>
        <a:bodyPr/>
        <a:lstStyle/>
        <a:p>
          <a:r>
            <a:rPr lang="en-US"/>
            <a:t>Manufacturing Industry</a:t>
          </a:r>
        </a:p>
      </dgm:t>
    </dgm:pt>
    <dgm:pt modelId="{4EE02DE0-A4AF-40B1-A831-5F448F9DC91B}" type="parTrans" cxnId="{DF0C9B18-0F3B-4420-9503-375A0B9EFCE8}">
      <dgm:prSet/>
      <dgm:spPr/>
      <dgm:t>
        <a:bodyPr/>
        <a:lstStyle/>
        <a:p>
          <a:endParaRPr lang="en-US"/>
        </a:p>
      </dgm:t>
    </dgm:pt>
    <dgm:pt modelId="{0149C429-DEB5-4F8A-BAC6-DF7D7C663EC0}" type="sibTrans" cxnId="{DF0C9B18-0F3B-4420-9503-375A0B9EFCE8}">
      <dgm:prSet/>
      <dgm:spPr/>
      <dgm:t>
        <a:bodyPr/>
        <a:lstStyle/>
        <a:p>
          <a:endParaRPr lang="en-US"/>
        </a:p>
      </dgm:t>
    </dgm:pt>
    <dgm:pt modelId="{E7028072-1B80-4969-9D99-20CBE9D31E94}" type="pres">
      <dgm:prSet presAssocID="{BC4E7065-903E-4159-AC89-9EE7EFC9C3C8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0531D79-8F2E-4345-ABBB-92012B651205}" type="pres">
      <dgm:prSet presAssocID="{1911DF36-1EBA-4956-9ADE-F45497F2BD9D}" presName="compNode" presStyleCnt="0"/>
      <dgm:spPr/>
    </dgm:pt>
    <dgm:pt modelId="{7C1782B4-3E46-4E4D-AE65-945ABF18AFA1}" type="pres">
      <dgm:prSet presAssocID="{1911DF36-1EBA-4956-9ADE-F45497F2BD9D}" presName="bgRect" presStyleLbl="bgShp" presStyleIdx="0" presStyleCnt="3"/>
      <dgm:spPr/>
    </dgm:pt>
    <dgm:pt modelId="{ED2FA7B7-5651-463B-B8B8-9821E0A39738}" type="pres">
      <dgm:prSet presAssocID="{1911DF36-1EBA-4956-9ADE-F45497F2BD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Gears"/>
        </a:ext>
      </dgm:extLst>
    </dgm:pt>
    <dgm:pt modelId="{E11CE86D-6628-4204-8D83-6CAEA1C86D2B}" type="pres">
      <dgm:prSet presAssocID="{1911DF36-1EBA-4956-9ADE-F45497F2BD9D}" presName="spaceRect" presStyleCnt="0"/>
      <dgm:spPr/>
    </dgm:pt>
    <dgm:pt modelId="{0AAD3296-DF0F-4DCC-9C7D-6FA62CF8F154}" type="pres">
      <dgm:prSet presAssocID="{1911DF36-1EBA-4956-9ADE-F45497F2BD9D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58E1471-D0F0-43BF-A9AF-A9FBFF000636}" type="pres">
      <dgm:prSet presAssocID="{17CC9FCB-635B-4B9C-991C-8F8C0FB016B2}" presName="sibTrans" presStyleCnt="0"/>
      <dgm:spPr/>
    </dgm:pt>
    <dgm:pt modelId="{A9984F02-C753-4DFD-866F-76EAEEE2277B}" type="pres">
      <dgm:prSet presAssocID="{672A160A-1FD8-4B02-BA98-5188BFCA6448}" presName="compNode" presStyleCnt="0"/>
      <dgm:spPr/>
    </dgm:pt>
    <dgm:pt modelId="{6CA20C90-31D7-423A-9A75-122CBBA9B8F3}" type="pres">
      <dgm:prSet presAssocID="{672A160A-1FD8-4B02-BA98-5188BFCA6448}" presName="bgRect" presStyleLbl="bgShp" presStyleIdx="1" presStyleCnt="3"/>
      <dgm:spPr/>
    </dgm:pt>
    <dgm:pt modelId="{5B22EB56-17DC-4E40-8608-C6C1DFE409E2}" type="pres">
      <dgm:prSet presAssocID="{672A160A-1FD8-4B02-BA98-5188BFCA64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Farm scene"/>
        </a:ext>
      </dgm:extLst>
    </dgm:pt>
    <dgm:pt modelId="{BBC971BF-0527-4FBB-8B54-7A45A4A8B2CF}" type="pres">
      <dgm:prSet presAssocID="{672A160A-1FD8-4B02-BA98-5188BFCA6448}" presName="spaceRect" presStyleCnt="0"/>
      <dgm:spPr/>
    </dgm:pt>
    <dgm:pt modelId="{6A4B1AAC-6C60-4795-8014-0BA0F1835947}" type="pres">
      <dgm:prSet presAssocID="{672A160A-1FD8-4B02-BA98-5188BFCA6448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9A3D27A-9954-469A-B837-D73CBE5B96C7}" type="pres">
      <dgm:prSet presAssocID="{09B0F0DD-26D5-4EA5-8225-F29375E0F1E0}" presName="sibTrans" presStyleCnt="0"/>
      <dgm:spPr/>
    </dgm:pt>
    <dgm:pt modelId="{7B3C28A5-AA7E-4B0A-AD3B-9E38A08FE8D8}" type="pres">
      <dgm:prSet presAssocID="{F72FAA83-BA34-4E27-94E8-172D0BACED96}" presName="compNode" presStyleCnt="0"/>
      <dgm:spPr/>
    </dgm:pt>
    <dgm:pt modelId="{A25B8366-C27C-43BB-9FB2-F9FD46E4B208}" type="pres">
      <dgm:prSet presAssocID="{F72FAA83-BA34-4E27-94E8-172D0BACED96}" presName="bgRect" presStyleLbl="bgShp" presStyleIdx="2" presStyleCnt="3"/>
      <dgm:spPr/>
    </dgm:pt>
    <dgm:pt modelId="{51EADE2A-8774-4CD5-B5E3-AF5BC46ACCC8}" type="pres">
      <dgm:prSet presAssocID="{F72FAA83-BA34-4E27-94E8-172D0BACED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Factory"/>
        </a:ext>
      </dgm:extLst>
    </dgm:pt>
    <dgm:pt modelId="{EB0592BF-0202-4722-8A88-587147231607}" type="pres">
      <dgm:prSet presAssocID="{F72FAA83-BA34-4E27-94E8-172D0BACED96}" presName="spaceRect" presStyleCnt="0"/>
      <dgm:spPr/>
    </dgm:pt>
    <dgm:pt modelId="{1B61A3FF-865C-47ED-B56C-BF8E17D1BF9F}" type="pres">
      <dgm:prSet presAssocID="{F72FAA83-BA34-4E27-94E8-172D0BACED96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DB7D4C20-484A-417F-B8D6-8EBEF4F10991}" type="presOf" srcId="{BC4E7065-903E-4159-AC89-9EE7EFC9C3C8}" destId="{E7028072-1B80-4969-9D99-20CBE9D31E94}" srcOrd="0" destOrd="0" presId="urn:microsoft.com/office/officeart/2018/2/layout/IconVerticalSolidList"/>
    <dgm:cxn modelId="{62B77703-575E-4FF1-B0CE-33267FD946C9}" type="presOf" srcId="{F72FAA83-BA34-4E27-94E8-172D0BACED96}" destId="{1B61A3FF-865C-47ED-B56C-BF8E17D1BF9F}" srcOrd="0" destOrd="0" presId="urn:microsoft.com/office/officeart/2018/2/layout/IconVerticalSolidList"/>
    <dgm:cxn modelId="{599409CD-5E40-4DB6-B6FF-034D50DABACF}" srcId="{BC4E7065-903E-4159-AC89-9EE7EFC9C3C8}" destId="{1911DF36-1EBA-4956-9ADE-F45497F2BD9D}" srcOrd="0" destOrd="0" parTransId="{813984E2-5E1C-4097-9240-DFC33CB2A617}" sibTransId="{17CC9FCB-635B-4B9C-991C-8F8C0FB016B2}"/>
    <dgm:cxn modelId="{DF0C9B18-0F3B-4420-9503-375A0B9EFCE8}" srcId="{BC4E7065-903E-4159-AC89-9EE7EFC9C3C8}" destId="{F72FAA83-BA34-4E27-94E8-172D0BACED96}" srcOrd="2" destOrd="0" parTransId="{4EE02DE0-A4AF-40B1-A831-5F448F9DC91B}" sibTransId="{0149C429-DEB5-4F8A-BAC6-DF7D7C663EC0}"/>
    <dgm:cxn modelId="{392B29F6-B23C-4640-8471-5610CCD196DD}" srcId="{BC4E7065-903E-4159-AC89-9EE7EFC9C3C8}" destId="{672A160A-1FD8-4B02-BA98-5188BFCA6448}" srcOrd="1" destOrd="0" parTransId="{6451CBD9-F9DE-4C86-8052-CFC6D130EB02}" sibTransId="{09B0F0DD-26D5-4EA5-8225-F29375E0F1E0}"/>
    <dgm:cxn modelId="{EB7DDED3-E347-4937-BFD4-4DC990C845D1}" type="presOf" srcId="{1911DF36-1EBA-4956-9ADE-F45497F2BD9D}" destId="{0AAD3296-DF0F-4DCC-9C7D-6FA62CF8F154}" srcOrd="0" destOrd="0" presId="urn:microsoft.com/office/officeart/2018/2/layout/IconVerticalSolidList"/>
    <dgm:cxn modelId="{D67663C7-4F69-4D88-9E6F-494C26AA90FD}" type="presOf" srcId="{672A160A-1FD8-4B02-BA98-5188BFCA6448}" destId="{6A4B1AAC-6C60-4795-8014-0BA0F1835947}" srcOrd="0" destOrd="0" presId="urn:microsoft.com/office/officeart/2018/2/layout/IconVerticalSolidList"/>
    <dgm:cxn modelId="{07B055AC-3006-4824-B08D-09EE5F413D0C}" type="presParOf" srcId="{E7028072-1B80-4969-9D99-20CBE9D31E94}" destId="{80531D79-8F2E-4345-ABBB-92012B651205}" srcOrd="0" destOrd="0" presId="urn:microsoft.com/office/officeart/2018/2/layout/IconVerticalSolidList"/>
    <dgm:cxn modelId="{1382FD5B-BBEF-487C-885B-3FDF6CF272F3}" type="presParOf" srcId="{80531D79-8F2E-4345-ABBB-92012B651205}" destId="{7C1782B4-3E46-4E4D-AE65-945ABF18AFA1}" srcOrd="0" destOrd="0" presId="urn:microsoft.com/office/officeart/2018/2/layout/IconVerticalSolidList"/>
    <dgm:cxn modelId="{90CD5DA4-DF9E-4BE3-9BDD-011C995E5E45}" type="presParOf" srcId="{80531D79-8F2E-4345-ABBB-92012B651205}" destId="{ED2FA7B7-5651-463B-B8B8-9821E0A39738}" srcOrd="1" destOrd="0" presId="urn:microsoft.com/office/officeart/2018/2/layout/IconVerticalSolidList"/>
    <dgm:cxn modelId="{74242B61-E4B2-4548-8303-5BC794324A94}" type="presParOf" srcId="{80531D79-8F2E-4345-ABBB-92012B651205}" destId="{E11CE86D-6628-4204-8D83-6CAEA1C86D2B}" srcOrd="2" destOrd="0" presId="urn:microsoft.com/office/officeart/2018/2/layout/IconVerticalSolidList"/>
    <dgm:cxn modelId="{D134B320-C528-4B5C-AEFA-CF565545C680}" type="presParOf" srcId="{80531D79-8F2E-4345-ABBB-92012B651205}" destId="{0AAD3296-DF0F-4DCC-9C7D-6FA62CF8F154}" srcOrd="3" destOrd="0" presId="urn:microsoft.com/office/officeart/2018/2/layout/IconVerticalSolidList"/>
    <dgm:cxn modelId="{DE7226C2-9390-48A5-BAF2-E5D44B742FA7}" type="presParOf" srcId="{E7028072-1B80-4969-9D99-20CBE9D31E94}" destId="{758E1471-D0F0-43BF-A9AF-A9FBFF000636}" srcOrd="1" destOrd="0" presId="urn:microsoft.com/office/officeart/2018/2/layout/IconVerticalSolidList"/>
    <dgm:cxn modelId="{063BCD5E-AA38-415F-80BC-AB98A82CE44B}" type="presParOf" srcId="{E7028072-1B80-4969-9D99-20CBE9D31E94}" destId="{A9984F02-C753-4DFD-866F-76EAEEE2277B}" srcOrd="2" destOrd="0" presId="urn:microsoft.com/office/officeart/2018/2/layout/IconVerticalSolidList"/>
    <dgm:cxn modelId="{C211DEB2-0A3A-4594-8AD4-0E9E2D643A95}" type="presParOf" srcId="{A9984F02-C753-4DFD-866F-76EAEEE2277B}" destId="{6CA20C90-31D7-423A-9A75-122CBBA9B8F3}" srcOrd="0" destOrd="0" presId="urn:microsoft.com/office/officeart/2018/2/layout/IconVerticalSolidList"/>
    <dgm:cxn modelId="{4149479C-834C-48CD-965A-2BB6F2BCBEAB}" type="presParOf" srcId="{A9984F02-C753-4DFD-866F-76EAEEE2277B}" destId="{5B22EB56-17DC-4E40-8608-C6C1DFE409E2}" srcOrd="1" destOrd="0" presId="urn:microsoft.com/office/officeart/2018/2/layout/IconVerticalSolidList"/>
    <dgm:cxn modelId="{4FFD7081-67C2-4439-8CC2-B22BF55511C1}" type="presParOf" srcId="{A9984F02-C753-4DFD-866F-76EAEEE2277B}" destId="{BBC971BF-0527-4FBB-8B54-7A45A4A8B2CF}" srcOrd="2" destOrd="0" presId="urn:microsoft.com/office/officeart/2018/2/layout/IconVerticalSolidList"/>
    <dgm:cxn modelId="{09DF5FBE-21D2-468D-B2C1-5C223F509946}" type="presParOf" srcId="{A9984F02-C753-4DFD-866F-76EAEEE2277B}" destId="{6A4B1AAC-6C60-4795-8014-0BA0F1835947}" srcOrd="3" destOrd="0" presId="urn:microsoft.com/office/officeart/2018/2/layout/IconVerticalSolidList"/>
    <dgm:cxn modelId="{96693FE2-D48C-4A02-8EDB-85C528FF9F8E}" type="presParOf" srcId="{E7028072-1B80-4969-9D99-20CBE9D31E94}" destId="{D9A3D27A-9954-469A-B837-D73CBE5B96C7}" srcOrd="3" destOrd="0" presId="urn:microsoft.com/office/officeart/2018/2/layout/IconVerticalSolidList"/>
    <dgm:cxn modelId="{C1EAD221-0FF1-4262-B529-CC5BFE62B815}" type="presParOf" srcId="{E7028072-1B80-4969-9D99-20CBE9D31E94}" destId="{7B3C28A5-AA7E-4B0A-AD3B-9E38A08FE8D8}" srcOrd="4" destOrd="0" presId="urn:microsoft.com/office/officeart/2018/2/layout/IconVerticalSolidList"/>
    <dgm:cxn modelId="{5BEEEF35-6577-47B1-BED7-E1BC13BC3794}" type="presParOf" srcId="{7B3C28A5-AA7E-4B0A-AD3B-9E38A08FE8D8}" destId="{A25B8366-C27C-43BB-9FB2-F9FD46E4B208}" srcOrd="0" destOrd="0" presId="urn:microsoft.com/office/officeart/2018/2/layout/IconVerticalSolidList"/>
    <dgm:cxn modelId="{B4BC50A6-192B-43ED-99C9-77F1711FD6F3}" type="presParOf" srcId="{7B3C28A5-AA7E-4B0A-AD3B-9E38A08FE8D8}" destId="{51EADE2A-8774-4CD5-B5E3-AF5BC46ACCC8}" srcOrd="1" destOrd="0" presId="urn:microsoft.com/office/officeart/2018/2/layout/IconVerticalSolidList"/>
    <dgm:cxn modelId="{C7B1D505-4997-428B-AE37-A19E7FDC2C2B}" type="presParOf" srcId="{7B3C28A5-AA7E-4B0A-AD3B-9E38A08FE8D8}" destId="{EB0592BF-0202-4722-8A88-587147231607}" srcOrd="2" destOrd="0" presId="urn:microsoft.com/office/officeart/2018/2/layout/IconVerticalSolidList"/>
    <dgm:cxn modelId="{BFB10D2A-34B2-412F-A5B1-13EFAA4F6A2F}" type="presParOf" srcId="{7B3C28A5-AA7E-4B0A-AD3B-9E38A08FE8D8}" destId="{1B61A3FF-865C-47ED-B56C-BF8E17D1BF9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8460B-4A07-40C9-9532-61305EC4D5C2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Introduction to Optimization</a:t>
          </a:r>
        </a:p>
      </dsp:txBody>
      <dsp:txXfrm>
        <a:off x="3080" y="587032"/>
        <a:ext cx="2444055" cy="1466433"/>
      </dsp:txXfrm>
    </dsp:sp>
    <dsp:sp modelId="{2A381EED-DC7E-4B96-A481-4DA969231FC5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Mathematical Modeling of Optimization Problems</a:t>
          </a:r>
        </a:p>
      </dsp:txBody>
      <dsp:txXfrm>
        <a:off x="2691541" y="587032"/>
        <a:ext cx="2444055" cy="1466433"/>
      </dsp:txXfrm>
    </dsp:sp>
    <dsp:sp modelId="{02EA2AEF-5E19-454D-A8BF-B93FA9B8D27D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Types of Optimization Problems</a:t>
          </a:r>
          <a:endParaRPr lang="en-US" sz="2300" kern="1200"/>
        </a:p>
      </dsp:txBody>
      <dsp:txXfrm>
        <a:off x="5380002" y="587032"/>
        <a:ext cx="2444055" cy="1466433"/>
      </dsp:txXfrm>
    </dsp:sp>
    <dsp:sp modelId="{BE08295D-AF04-4BC3-977D-598A7102032A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Linear Optimization</a:t>
          </a:r>
        </a:p>
      </dsp:txBody>
      <dsp:txXfrm>
        <a:off x="8068463" y="587032"/>
        <a:ext cx="2444055" cy="1466433"/>
      </dsp:txXfrm>
    </dsp:sp>
    <dsp:sp modelId="{AAFDF795-5E29-4E2D-B83B-87F6084EC574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Non-Linear Optimization</a:t>
          </a:r>
          <a:endParaRPr lang="en-US" sz="2300" kern="1200"/>
        </a:p>
      </dsp:txBody>
      <dsp:txXfrm>
        <a:off x="1347311" y="2297871"/>
        <a:ext cx="2444055" cy="1466433"/>
      </dsp:txXfrm>
    </dsp:sp>
    <dsp:sp modelId="{63639C1E-8D44-41F9-8C68-75404C3B6873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Gradient Descent Algorithms</a:t>
          </a:r>
        </a:p>
      </dsp:txBody>
      <dsp:txXfrm>
        <a:off x="4035772" y="2297871"/>
        <a:ext cx="2444055" cy="1466433"/>
      </dsp:txXfrm>
    </dsp:sp>
    <dsp:sp modelId="{34EFEEA3-2E30-4D0C-936A-9C67B2775149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Applications</a:t>
          </a:r>
        </a:p>
      </dsp:txBody>
      <dsp:txXfrm>
        <a:off x="6724233" y="229787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D471C-3666-4CA6-83B7-015114A64514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0A4A21-2B2D-447C-BE48-31C7134FF441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68F91D-899A-406C-95BD-A017C722D4C0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What is Optimization?</a:t>
          </a:r>
        </a:p>
      </dsp:txBody>
      <dsp:txXfrm>
        <a:off x="93445" y="3018902"/>
        <a:ext cx="3206250" cy="720000"/>
      </dsp:txXfrm>
    </dsp:sp>
    <dsp:sp modelId="{D6E30799-6B95-41D2-B812-2A39BBA6382A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1C9B15-41D3-42F3-9B22-B5BC2C59D04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5B6421-44A9-4699-8122-D463B3A1F6AA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Importance &amp; Applications of Optimization</a:t>
          </a:r>
        </a:p>
      </dsp:txBody>
      <dsp:txXfrm>
        <a:off x="3860789" y="3018902"/>
        <a:ext cx="3206250" cy="720000"/>
      </dsp:txXfrm>
    </dsp:sp>
    <dsp:sp modelId="{21E8AF5E-262C-4854-A4CC-0D59F0189F9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6FD56-C4DE-4445-AA41-C18C325D9FA4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8E061-5FB6-4C49-8294-9718AB78E18C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Key Concepts: Objective Function, Constraints, Feasible Region, etc.</a:t>
          </a:r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A4006-5097-49DA-8AD2-EDD4C4682773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99F78-0FDB-4F90-B999-466EF7D4E4D6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723F2-3EEB-4093-B4FA-A26BF4767F36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Formulating Real-World Problems as Optimization Problems</a:t>
          </a:r>
        </a:p>
      </dsp:txBody>
      <dsp:txXfrm>
        <a:off x="93445" y="3018902"/>
        <a:ext cx="3206250" cy="720000"/>
      </dsp:txXfrm>
    </dsp:sp>
    <dsp:sp modelId="{C685297A-A74D-42D7-9DE5-A8D8C6975A39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2CB75-22C2-457A-90A0-EFB70DD039A5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304A5-B25F-49E3-A90F-6BD22418EA11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Types of Variables and Constraints</a:t>
          </a:r>
        </a:p>
      </dsp:txBody>
      <dsp:txXfrm>
        <a:off x="3860789" y="3018902"/>
        <a:ext cx="3206250" cy="720000"/>
      </dsp:txXfrm>
    </dsp:sp>
    <dsp:sp modelId="{78D32431-EB66-488E-8073-EA42B0920351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DD684A-E2C6-4B53-9672-F97B10B5E5C0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858A0-8E15-430D-97FB-4301BF4192B9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Example Models</a:t>
          </a:r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E5068A-B00A-4BB3-A0D2-560FC2875AE5}">
      <dsp:nvSpPr>
        <dsp:cNvPr id="0" name=""/>
        <dsp:cNvSpPr/>
      </dsp:nvSpPr>
      <dsp:spPr>
        <a:xfrm>
          <a:off x="0" y="524890"/>
          <a:ext cx="2769774" cy="17588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A5603-3D1F-4DF4-8C6C-BA80EA8E7C2E}">
      <dsp:nvSpPr>
        <dsp:cNvPr id="0" name=""/>
        <dsp:cNvSpPr/>
      </dsp:nvSpPr>
      <dsp:spPr>
        <a:xfrm>
          <a:off x="307752" y="817255"/>
          <a:ext cx="2769774" cy="1758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Linear vs Non-Linear Optimization</a:t>
          </a:r>
        </a:p>
      </dsp:txBody>
      <dsp:txXfrm>
        <a:off x="359266" y="868769"/>
        <a:ext cx="2666746" cy="1655778"/>
      </dsp:txXfrm>
    </dsp:sp>
    <dsp:sp modelId="{3502966C-0052-4A24-9573-B40879B79E57}">
      <dsp:nvSpPr>
        <dsp:cNvPr id="0" name=""/>
        <dsp:cNvSpPr/>
      </dsp:nvSpPr>
      <dsp:spPr>
        <a:xfrm>
          <a:off x="3385280" y="524890"/>
          <a:ext cx="2769774" cy="17588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E28D0-7462-4533-A933-F6947D0DB17A}">
      <dsp:nvSpPr>
        <dsp:cNvPr id="0" name=""/>
        <dsp:cNvSpPr/>
      </dsp:nvSpPr>
      <dsp:spPr>
        <a:xfrm>
          <a:off x="3693033" y="817255"/>
          <a:ext cx="2769774" cy="1758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Constrained vs Unconstrained Problems</a:t>
          </a:r>
        </a:p>
      </dsp:txBody>
      <dsp:txXfrm>
        <a:off x="3744547" y="868769"/>
        <a:ext cx="2666746" cy="1655778"/>
      </dsp:txXfrm>
    </dsp:sp>
    <dsp:sp modelId="{2E2B5FAC-E312-4CCF-B19D-409916128B73}">
      <dsp:nvSpPr>
        <dsp:cNvPr id="0" name=""/>
        <dsp:cNvSpPr/>
      </dsp:nvSpPr>
      <dsp:spPr>
        <a:xfrm>
          <a:off x="6770560" y="524890"/>
          <a:ext cx="2769774" cy="17588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6A5FCD-10C2-4FA9-981F-C6EF5343EA32}">
      <dsp:nvSpPr>
        <dsp:cNvPr id="0" name=""/>
        <dsp:cNvSpPr/>
      </dsp:nvSpPr>
      <dsp:spPr>
        <a:xfrm>
          <a:off x="7078313" y="817255"/>
          <a:ext cx="2769774" cy="1758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Single-variable vs Multi-variable Optimization</a:t>
          </a:r>
        </a:p>
      </dsp:txBody>
      <dsp:txXfrm>
        <a:off x="7129827" y="868769"/>
        <a:ext cx="2666746" cy="16557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BBE55-0173-4736-BBD3-7253030E4FF1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73711-C4AE-4558-A1B2-388869ECD6D7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D0D4E-87AA-40B8-A077-310451FE3E41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Formulating Linear Problems</a:t>
          </a:r>
        </a:p>
      </dsp:txBody>
      <dsp:txXfrm>
        <a:off x="100682" y="2684598"/>
        <a:ext cx="2370489" cy="720000"/>
      </dsp:txXfrm>
    </dsp:sp>
    <dsp:sp modelId="{C742F1A8-5D87-4A2F-844D-BA7848810A84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D144B-8C0D-46C7-887A-B0A7CB4BC13A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A5EBF-DBBD-4603-A934-03E75F3EF46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Solving Using MATLAB (linprog)</a:t>
          </a:r>
        </a:p>
      </dsp:txBody>
      <dsp:txXfrm>
        <a:off x="2886007" y="2684598"/>
        <a:ext cx="2370489" cy="720000"/>
      </dsp:txXfrm>
    </dsp:sp>
    <dsp:sp modelId="{BFEF7F53-D443-4E2F-ADCA-B6C9CD841706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E91C67-E2E2-448F-BAE1-3B1D6A3BBA4B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71757-8027-4216-86C6-3C6429165276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Solving Using Python (scipy.optimize.linprog)</a:t>
          </a:r>
        </a:p>
      </dsp:txBody>
      <dsp:txXfrm>
        <a:off x="5671332" y="2684598"/>
        <a:ext cx="2370489" cy="720000"/>
      </dsp:txXfrm>
    </dsp:sp>
    <dsp:sp modelId="{33BF850E-C7B1-4D9B-A985-3771B57A14A3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39057C-7C51-4110-89FE-7F08FE8F851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DAFEF-F242-4A08-AE1B-5F78AC9BC9ED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Case Studies</a:t>
          </a:r>
        </a:p>
      </dsp:txBody>
      <dsp:txXfrm>
        <a:off x="8456657" y="2684598"/>
        <a:ext cx="2370489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5D3885-5E6E-4CE6-AEDD-D62E9A6A1DD3}">
      <dsp:nvSpPr>
        <dsp:cNvPr id="0" name=""/>
        <dsp:cNvSpPr/>
      </dsp:nvSpPr>
      <dsp:spPr>
        <a:xfrm>
          <a:off x="0" y="546534"/>
          <a:ext cx="10515600" cy="1007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Introduction to Lagrange </a:t>
          </a:r>
          <a:r>
            <a:rPr lang="en-US" sz="4100" kern="1200" dirty="0">
              <a:latin typeface="Aptos Display" panose="020F0302020204030204"/>
            </a:rPr>
            <a:t>Multiplier</a:t>
          </a:r>
          <a:endParaRPr lang="en-US" sz="4100" kern="1200" dirty="0"/>
        </a:p>
      </dsp:txBody>
      <dsp:txXfrm>
        <a:off x="49176" y="595710"/>
        <a:ext cx="10417248" cy="909018"/>
      </dsp:txXfrm>
    </dsp:sp>
    <dsp:sp modelId="{5A277847-0B57-407B-85F6-DE1DD3E0D433}">
      <dsp:nvSpPr>
        <dsp:cNvPr id="0" name=""/>
        <dsp:cNvSpPr/>
      </dsp:nvSpPr>
      <dsp:spPr>
        <a:xfrm>
          <a:off x="0" y="1671984"/>
          <a:ext cx="10515600" cy="100737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Theory and Mathematical Formulation</a:t>
          </a:r>
        </a:p>
      </dsp:txBody>
      <dsp:txXfrm>
        <a:off x="49176" y="1721160"/>
        <a:ext cx="10417248" cy="909018"/>
      </dsp:txXfrm>
    </dsp:sp>
    <dsp:sp modelId="{8ED19297-9C13-41C7-AA7C-256C697CF228}">
      <dsp:nvSpPr>
        <dsp:cNvPr id="0" name=""/>
        <dsp:cNvSpPr/>
      </dsp:nvSpPr>
      <dsp:spPr>
        <a:xfrm>
          <a:off x="0" y="2797434"/>
          <a:ext cx="10515600" cy="100737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MATLAB &amp; Python Implementation Examples</a:t>
          </a:r>
        </a:p>
      </dsp:txBody>
      <dsp:txXfrm>
        <a:off x="49176" y="2846610"/>
        <a:ext cx="10417248" cy="90901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0C8CF-94AF-410B-BF9D-696913C2F82B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33D850-DA42-4212-8736-B62AFEB2C4C2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A6420-D8EC-40AC-A983-DB9E0E739627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Concept of Gradient Descent</a:t>
          </a:r>
        </a:p>
      </dsp:txBody>
      <dsp:txXfrm>
        <a:off x="100682" y="2684598"/>
        <a:ext cx="2370489" cy="720000"/>
      </dsp:txXfrm>
    </dsp:sp>
    <dsp:sp modelId="{DCD55758-6410-4440-87F6-B14DDA3F357F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58DD26-CE82-492A-B56E-121018452B82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23524-D01C-4BED-88AE-D2F12BDD81FD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Single-variable Optimization</a:t>
          </a:r>
        </a:p>
      </dsp:txBody>
      <dsp:txXfrm>
        <a:off x="2886007" y="2684598"/>
        <a:ext cx="2370489" cy="720000"/>
      </dsp:txXfrm>
    </dsp:sp>
    <dsp:sp modelId="{D46176BA-D080-435D-B901-35201B0F5918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CC6F54-3F81-4A2B-8954-D839FCBBA4AB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3EA42-70BC-4220-8025-641F2BBC1536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Multi-variable Optimization</a:t>
          </a:r>
        </a:p>
      </dsp:txBody>
      <dsp:txXfrm>
        <a:off x="5671332" y="2684598"/>
        <a:ext cx="2370489" cy="720000"/>
      </dsp:txXfrm>
    </dsp:sp>
    <dsp:sp modelId="{A07930A6-1108-4DA8-BC01-F21F226DAF98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1B32A8-A801-4F4E-87FB-2EF827AE60A0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5D254-488C-4787-A6CE-BA4D9D316949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Implementation in Python &amp; MATLAB</a:t>
          </a:r>
        </a:p>
      </dsp:txBody>
      <dsp:txXfrm>
        <a:off x="8456657" y="2684598"/>
        <a:ext cx="2370489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782B4-3E46-4E4D-AE65-945ABF18AFA1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FA7B7-5651-463B-B8B8-9821E0A39738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D3296-DF0F-4DCC-9C7D-6FA62CF8F154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Power System Operation and Control</a:t>
          </a:r>
        </a:p>
      </dsp:txBody>
      <dsp:txXfrm>
        <a:off x="1819120" y="673"/>
        <a:ext cx="4545103" cy="1574995"/>
      </dsp:txXfrm>
    </dsp:sp>
    <dsp:sp modelId="{6CA20C90-31D7-423A-9A75-122CBBA9B8F3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22EB56-17DC-4E40-8608-C6C1DFE409E2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B1AAC-6C60-4795-8014-0BA0F1835947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Agriculture</a:t>
          </a:r>
        </a:p>
      </dsp:txBody>
      <dsp:txXfrm>
        <a:off x="1819120" y="1969418"/>
        <a:ext cx="4545103" cy="1574995"/>
      </dsp:txXfrm>
    </dsp:sp>
    <dsp:sp modelId="{A25B8366-C27C-43BB-9FB2-F9FD46E4B208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ADE2A-8774-4CD5-B5E3-AF5BC46ACCC8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1A3FF-865C-47ED-B56C-BF8E17D1BF9F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Manufacturing Industry</a:t>
          </a:r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=""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E266FDF-FC61-70F7-1016-25C0EB34A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xmlns="" id="{64817B17-13A0-119B-2579-1804BC5A39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4FC062F-FB94-897C-175A-946E6D5424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xmlns="" id="{62047320-FA06-8B04-BF20-7F8E7DFBE88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17750" b="-1"/>
          <a:stretch>
            <a:fillRect/>
          </a:stretch>
        </p:blipFill>
        <p:spPr>
          <a:xfrm>
            <a:off x="0" y="0"/>
            <a:ext cx="845031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018713-F1B2-553E-59D9-60E27F01B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908" y="217369"/>
            <a:ext cx="5795691" cy="275103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  <a:ea typeface="+mj-lt"/>
                <a:cs typeface="+mj-lt"/>
              </a:rPr>
              <a:t>Applied Optimization: Linear, Nonlinear, &amp; ML Focus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F192A8-21E3-3853-0207-4E4564268E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02" y="3106761"/>
            <a:ext cx="6547584" cy="125809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</a:rPr>
              <a:t>(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Model, solve, and code real-world optimization problems and explore their role in machine learning</a:t>
            </a:r>
            <a:r>
              <a:rPr lang="en-US" sz="2800" dirty="0">
                <a:solidFill>
                  <a:srgbClr val="FFFFFF"/>
                </a:solidFill>
              </a:rPr>
              <a:t>)</a:t>
            </a:r>
          </a:p>
        </p:txBody>
      </p:sp>
      <p:pic>
        <p:nvPicPr>
          <p:cNvPr id="4" name="Picture 3" descr="A person in a suit&#10;&#10;AI-generated content may be incorrect.">
            <a:extLst>
              <a:ext uri="{FF2B5EF4-FFF2-40B4-BE49-F238E27FC236}">
                <a16:creationId xmlns:a16="http://schemas.microsoft.com/office/drawing/2014/main" xmlns="" id="{01CA7B81-2CF2-AF36-2CA3-4B2F49CFB7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" r="-2" b="23444"/>
          <a:stretch>
            <a:fillRect/>
          </a:stretch>
        </p:blipFill>
        <p:spPr>
          <a:xfrm>
            <a:off x="6225997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xmlns="" id="{DA23EA6E-DDAD-72A7-2D7B-9ABFED1421EF}"/>
              </a:ext>
            </a:extLst>
          </p:cNvPr>
          <p:cNvSpPr txBox="1">
            <a:spLocks/>
          </p:cNvSpPr>
          <p:nvPr/>
        </p:nvSpPr>
        <p:spPr>
          <a:xfrm>
            <a:off x="4516967" y="5074484"/>
            <a:ext cx="7008184" cy="19819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2630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person in a suit&#10;&#10;AI-generated content may be incorrect.">
            <a:extLst>
              <a:ext uri="{FF2B5EF4-FFF2-40B4-BE49-F238E27FC236}">
                <a16:creationId xmlns:a16="http://schemas.microsoft.com/office/drawing/2014/main" xmlns="" id="{326135AE-E60C-146E-6FFA-C23463CEFB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93" b="45543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835665-ACF1-2D12-8630-FFECF9FA5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Resource Person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593DDE3E-D837-BD83-43D7-8FFC2C3B0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Dr. Venkataramana Veeramsetty</a:t>
            </a:r>
          </a:p>
          <a:p>
            <a:r>
              <a:rPr lang="en-US" sz="2000"/>
              <a:t>Professor in School of CS &amp; AI</a:t>
            </a:r>
          </a:p>
          <a:p>
            <a:r>
              <a:rPr lang="en-US" sz="2000"/>
              <a:t>Director @ Center for AI and Deep Learning</a:t>
            </a:r>
          </a:p>
          <a:p>
            <a:r>
              <a:rPr lang="en-US" sz="2000"/>
              <a:t>SR University, Warangal</a:t>
            </a:r>
          </a:p>
          <a:p>
            <a:r>
              <a:rPr lang="en-US" sz="2000"/>
              <a:t>Telangana, India</a:t>
            </a:r>
          </a:p>
          <a:p>
            <a:r>
              <a:rPr lang="en-US" sz="2000"/>
              <a:t>Contact: dr.vvr.research@gmail.com</a:t>
            </a:r>
          </a:p>
        </p:txBody>
      </p:sp>
    </p:spTree>
    <p:extLst>
      <p:ext uri="{BB962C8B-B14F-4D97-AF65-F5344CB8AC3E}">
        <p14:creationId xmlns:p14="http://schemas.microsoft.com/office/powerpoint/2010/main" xmlns="" val="239049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66D9A95-AD65-F741-3C44-FC3C59F38D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1" t="1685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5A061D-275B-F950-5A4C-DC9D1043C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Course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B1EED3FB-FFF1-45BC-61B6-5A2E2C60C4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036082794"/>
              </p:ext>
            </p:extLst>
          </p:nvPr>
        </p:nvGraphicFramePr>
        <p:xfrm>
          <a:off x="838200" y="169647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156768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7C58D8-9437-B651-43DF-D4F114F7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Introduction to Optimization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3FAC9C49-B3B0-7F62-F27E-E7AED21F1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4451850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42719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49D8C5-A5DC-5147-B1DD-01CACD3EE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en-US" sz="3700">
                <a:solidFill>
                  <a:srgbClr val="FFFFFF"/>
                </a:solidFill>
                <a:ea typeface="+mj-lt"/>
                <a:cs typeface="+mj-lt"/>
              </a:rPr>
              <a:t>Mathematical Modeling of Optimization Problems</a:t>
            </a:r>
            <a:endParaRPr lang="en-US" sz="3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CB3EB644-763F-8446-EF1B-05CE29C92F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2556451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35426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DEDCC5D-8B8A-40DB-BE90-A3AA27C64A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65167ED7-6315-43AB-B1B6-C326D5FD8F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EF4D8839-FB03-487D-ACC8-8BFEDD4FEB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0EF75023-9A3B-42FC-B704-61A8F7BEF41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BC4F608-B4B8-48C3-9572-C0F061B1CD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5FF008-A1E3-BAD5-828C-6DA66324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632" y="333011"/>
            <a:ext cx="9849751" cy="1349671"/>
          </a:xfrm>
        </p:spPr>
        <p:txBody>
          <a:bodyPr anchor="b">
            <a:normAutofit fontScale="90000"/>
          </a:bodyPr>
          <a:lstStyle/>
          <a:p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/>
            </a:r>
            <a:br>
              <a:rPr lang="en-US" sz="5400" b="1" dirty="0" smtClean="0"/>
            </a:br>
            <a:endParaRPr lang="en-US" sz="5400" dirty="0"/>
          </a:p>
          <a:p>
            <a:pPr marL="285750" indent="-285750">
              <a:buFont typeface="Arial"/>
              <a:buChar char="•"/>
            </a:pPr>
            <a:endParaRPr lang="en-US" sz="5400" dirty="0"/>
          </a:p>
          <a:p>
            <a:r>
              <a:rPr lang="en-US" sz="5400" b="1" dirty="0" smtClean="0"/>
              <a:t>Types of Optimization Problems</a:t>
            </a:r>
            <a:endParaRPr lang="en-US" sz="54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E4D34A0-4B75-9971-7AD6-E4EC41DA8E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38169636"/>
              </p:ext>
            </p:extLst>
          </p:nvPr>
        </p:nvGraphicFramePr>
        <p:xfrm>
          <a:off x="1284626" y="2902912"/>
          <a:ext cx="9848088" cy="31009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938214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00220A-279B-6616-48DC-9D58C7F5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Linear Optimization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BBD9FA81-26EB-1573-E41B-66D0D09BCE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13585429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25443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08FA8E0-9BF2-3E37-58FC-4206118582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76" t="9091" r="1642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72178F-0673-FEE7-4E47-175A801FC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Non-Linear Constrained Optimization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D2A00C28-A0F5-7E56-462C-C82C940B5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585740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5656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0008AF-F1CF-8D02-68E6-4068CD420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Gradient Descent Algorithms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1EB79E1-3925-D000-3222-89424D2BAD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089131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79048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7517A47C-B2E5-4B79-8061-D74B1311AF6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xmlns="" id="{C505E780-2083-4CB5-A42A-5E0E2908EC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xmlns="" id="{D2C0AE1C-0118-41AE-8A10-7CDCBF10E9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ADEF65-651B-CDE7-8728-1E08CDDA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Applications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463EEC44-1BA3-44ED-81FC-A644B04B2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3D16F73C-66C1-9F9D-6984-CA0DBD69D1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09363940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471235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65219498-D544-41AC-98FE-8F956EF66A6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500DBFC-17A9-4E0A-AEE2-A49F9AEEF0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9D88C0-7BA8-956D-720A-ED18B42C9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D74613BB-817C-4C4F-8A24-4936F2F064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xmlns="" id="{926C820D-9A01-44F0-AE18-C2DAB089B8C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xmlns="" id="{458B604F-996E-4349-B131-E04ED285D8D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7CCEAF3-651B-4605-AE58-F96E2270363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ED519330-E5F1-4248-B58C-1AA0D9E6DAB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xmlns="" id="{DD59DDE0-9D9F-A9A0-0160-953274B48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214072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198</Words>
  <Application>Microsoft Office PowerPoint</Application>
  <PresentationFormat>Custom</PresentationFormat>
  <Paragraphs>50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Applied Optimization: Linear, Nonlinear, &amp; ML Focus</vt:lpstr>
      <vt:lpstr>Resource Person</vt:lpstr>
      <vt:lpstr>Course Outline</vt:lpstr>
      <vt:lpstr>Introduction to Optimization</vt:lpstr>
      <vt:lpstr>Mathematical Modeling of Optimization Problems</vt:lpstr>
      <vt:lpstr>          Types of Optimization Problems</vt:lpstr>
      <vt:lpstr>Linear Optimization</vt:lpstr>
      <vt:lpstr>Non-Linear Constrained Optimization</vt:lpstr>
      <vt:lpstr>Gradient Descent Algorithms</vt:lpstr>
      <vt:lpstr>Applications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in Practice: Linear, Nonlinear &amp; Gradient Descent with MATLAB and Python</dc:title>
  <dc:creator>HP</dc:creator>
  <cp:lastModifiedBy>HP</cp:lastModifiedBy>
  <cp:revision>132</cp:revision>
  <dcterms:created xsi:type="dcterms:W3CDTF">2025-05-24T10:51:13Z</dcterms:created>
  <dcterms:modified xsi:type="dcterms:W3CDTF">2025-05-27T03:41:37Z</dcterms:modified>
</cp:coreProperties>
</file>